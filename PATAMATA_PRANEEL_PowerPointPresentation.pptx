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4"/>
  </p:notesMasterIdLst>
  <p:handoutMasterIdLst>
    <p:handoutMasterId r:id="rId15"/>
  </p:handoutMasterIdLst>
  <p:sldIdLst>
    <p:sldId id="256" r:id="rId5"/>
    <p:sldId id="257" r:id="rId6"/>
    <p:sldId id="260" r:id="rId7"/>
    <p:sldId id="258" r:id="rId8"/>
    <p:sldId id="261" r:id="rId9"/>
    <p:sldId id="262" r:id="rId10"/>
    <p:sldId id="283" r:id="rId11"/>
    <p:sldId id="264" r:id="rId12"/>
    <p:sldId id="269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03350"/>
    <a:srgbClr val="0C4360"/>
    <a:srgbClr val="1B6872"/>
    <a:srgbClr val="63B7C6"/>
    <a:srgbClr val="002136"/>
    <a:srgbClr val="0C75AC"/>
    <a:srgbClr val="00243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828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62FF6B6-4F8A-40F7-B5F4-FC3996824D7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910A999-F365-48DF-976A-0517FE04544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CA5457B-CDAE-4DEB-AEC8-C82DE2312E37}" type="datetimeFigureOut">
              <a:rPr lang="en-US" smtClean="0"/>
              <a:t>7/4/2026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8735C90-ADBF-4B9E-BE88-E1C8F83EB4D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2506A01-6D0A-45EF-A584-05A3361D66F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831430A-4AA4-45C8-AC23-CD6B61C41A4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990097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90B78EA-28CE-41D8-9043-90E391E5F567}" type="datetimeFigureOut">
              <a:rPr lang="en-US" noProof="0" smtClean="0"/>
              <a:t>7/4/2026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734D747-9380-41EE-9946-EC9EC0CA5D1E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8277271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6E739168-A5E8-443A-B392-7AD4CF8977A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4CA15AFD-4983-47DD-9ED0-D3B27E5A096F}"/>
              </a:ext>
            </a:extLst>
          </p:cNvPr>
          <p:cNvGrpSpPr/>
          <p:nvPr userDrawn="1"/>
        </p:nvGrpSpPr>
        <p:grpSpPr>
          <a:xfrm>
            <a:off x="-1604709" y="-3756"/>
            <a:ext cx="13796710" cy="6861756"/>
            <a:chOff x="-1604709" y="-3756"/>
            <a:chExt cx="13796710" cy="6861756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2222D5E2-E9B4-4180-98B8-4E514C9ADB28}"/>
                </a:ext>
              </a:extLst>
            </p:cNvPr>
            <p:cNvGrpSpPr/>
            <p:nvPr/>
          </p:nvGrpSpPr>
          <p:grpSpPr>
            <a:xfrm>
              <a:off x="-16298" y="0"/>
              <a:ext cx="12208299" cy="6858000"/>
              <a:chOff x="-16298" y="0"/>
              <a:chExt cx="12208299" cy="6858000"/>
            </a:xfrm>
          </p:grpSpPr>
          <p:sp>
            <p:nvSpPr>
              <p:cNvPr id="15" name="Freeform: Shape 14">
                <a:extLst>
                  <a:ext uri="{FF2B5EF4-FFF2-40B4-BE49-F238E27FC236}">
                    <a16:creationId xmlns:a16="http://schemas.microsoft.com/office/drawing/2014/main" id="{41E10E1E-5268-4F03-BA64-07E19DE26739}"/>
                  </a:ext>
                </a:extLst>
              </p:cNvPr>
              <p:cNvSpPr/>
              <p:nvPr/>
            </p:nvSpPr>
            <p:spPr>
              <a:xfrm flipH="1">
                <a:off x="-16297" y="0"/>
                <a:ext cx="12208298" cy="6858000"/>
              </a:xfrm>
              <a:custGeom>
                <a:avLst/>
                <a:gdLst>
                  <a:gd name="connsiteX0" fmla="*/ 8574289 w 12208298"/>
                  <a:gd name="connsiteY0" fmla="*/ 0 h 6858000"/>
                  <a:gd name="connsiteX1" fmla="*/ 0 w 12208298"/>
                  <a:gd name="connsiteY1" fmla="*/ 0 h 6858000"/>
                  <a:gd name="connsiteX2" fmla="*/ 0 w 12208298"/>
                  <a:gd name="connsiteY2" fmla="*/ 6858000 h 6858000"/>
                  <a:gd name="connsiteX3" fmla="*/ 532109 w 12208298"/>
                  <a:gd name="connsiteY3" fmla="*/ 6858000 h 6858000"/>
                  <a:gd name="connsiteX4" fmla="*/ 11495317 w 12208298"/>
                  <a:gd name="connsiteY4" fmla="*/ 6858000 h 6858000"/>
                  <a:gd name="connsiteX5" fmla="*/ 12208298 w 12208298"/>
                  <a:gd name="connsiteY5" fmla="*/ 6858000 h 6858000"/>
                  <a:gd name="connsiteX6" fmla="*/ 12208298 w 12208298"/>
                  <a:gd name="connsiteY6" fmla="*/ 3146781 h 6858000"/>
                  <a:gd name="connsiteX7" fmla="*/ 10353284 w 12208298"/>
                  <a:gd name="connsiteY7" fmla="*/ 1291767 h 6858000"/>
                  <a:gd name="connsiteX8" fmla="*/ 9866056 w 12208298"/>
                  <a:gd name="connsiteY8" fmla="*/ 1291767 h 6858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2208298" h="6858000">
                    <a:moveTo>
                      <a:pt x="8574289" y="0"/>
                    </a:moveTo>
                    <a:lnTo>
                      <a:pt x="0" y="0"/>
                    </a:lnTo>
                    <a:lnTo>
                      <a:pt x="0" y="6858000"/>
                    </a:lnTo>
                    <a:lnTo>
                      <a:pt x="532109" y="6858000"/>
                    </a:lnTo>
                    <a:lnTo>
                      <a:pt x="11495317" y="6858000"/>
                    </a:lnTo>
                    <a:lnTo>
                      <a:pt x="12208298" y="6858000"/>
                    </a:lnTo>
                    <a:lnTo>
                      <a:pt x="12208298" y="3146781"/>
                    </a:lnTo>
                    <a:lnTo>
                      <a:pt x="10353284" y="1291767"/>
                    </a:lnTo>
                    <a:lnTo>
                      <a:pt x="9866056" y="1291767"/>
                    </a:lnTo>
                    <a:close/>
                  </a:path>
                </a:pathLst>
              </a:custGeom>
              <a:solidFill>
                <a:schemeClr val="accent2">
                  <a:alpha val="74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sp>
            <p:nvSpPr>
              <p:cNvPr id="16" name="Freeform: Shape 15">
                <a:extLst>
                  <a:ext uri="{FF2B5EF4-FFF2-40B4-BE49-F238E27FC236}">
                    <a16:creationId xmlns:a16="http://schemas.microsoft.com/office/drawing/2014/main" id="{B989C45D-BDFF-418F-BE79-03FF70015770}"/>
                  </a:ext>
                </a:extLst>
              </p:cNvPr>
              <p:cNvSpPr/>
              <p:nvPr/>
            </p:nvSpPr>
            <p:spPr>
              <a:xfrm rot="5400000" flipH="1" flipV="1">
                <a:off x="2667000" y="-2667001"/>
                <a:ext cx="6858000" cy="12192002"/>
              </a:xfrm>
              <a:custGeom>
                <a:avLst/>
                <a:gdLst>
                  <a:gd name="connsiteX0" fmla="*/ 6858000 w 6858000"/>
                  <a:gd name="connsiteY0" fmla="*/ 3871658 h 12192002"/>
                  <a:gd name="connsiteX1" fmla="*/ 6858000 w 6858000"/>
                  <a:gd name="connsiteY1" fmla="*/ 12192002 h 12192002"/>
                  <a:gd name="connsiteX2" fmla="*/ 5363029 w 6858000"/>
                  <a:gd name="connsiteY2" fmla="*/ 12192002 h 12192002"/>
                  <a:gd name="connsiteX3" fmla="*/ 5363029 w 6858000"/>
                  <a:gd name="connsiteY3" fmla="*/ 12192000 h 12192002"/>
                  <a:gd name="connsiteX4" fmla="*/ 0 w 6858000"/>
                  <a:gd name="connsiteY4" fmla="*/ 12192000 h 12192002"/>
                  <a:gd name="connsiteX5" fmla="*/ 0 w 6858000"/>
                  <a:gd name="connsiteY5" fmla="*/ 0 h 12192002"/>
                  <a:gd name="connsiteX6" fmla="*/ 3539398 w 6858000"/>
                  <a:gd name="connsiteY6" fmla="*/ 0 h 12192002"/>
                  <a:gd name="connsiteX7" fmla="*/ 5566229 w 6858000"/>
                  <a:gd name="connsiteY7" fmla="*/ 2026831 h 12192002"/>
                  <a:gd name="connsiteX8" fmla="*/ 5566229 w 6858000"/>
                  <a:gd name="connsiteY8" fmla="*/ 2575538 h 12192002"/>
                  <a:gd name="connsiteX9" fmla="*/ 6858000 w 6858000"/>
                  <a:gd name="connsiteY9" fmla="*/ 3871657 h 12192002"/>
                  <a:gd name="connsiteX10" fmla="*/ 5566229 w 6858000"/>
                  <a:gd name="connsiteY10" fmla="*/ 3871657 h 12192002"/>
                  <a:gd name="connsiteX11" fmla="*/ 5566229 w 6858000"/>
                  <a:gd name="connsiteY11" fmla="*/ 3871658 h 121920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858000" h="12192002">
                    <a:moveTo>
                      <a:pt x="6858000" y="3871658"/>
                    </a:moveTo>
                    <a:lnTo>
                      <a:pt x="6858000" y="12192002"/>
                    </a:lnTo>
                    <a:lnTo>
                      <a:pt x="5363029" y="12192002"/>
                    </a:lnTo>
                    <a:lnTo>
                      <a:pt x="5363029" y="12192000"/>
                    </a:lnTo>
                    <a:lnTo>
                      <a:pt x="0" y="12192000"/>
                    </a:lnTo>
                    <a:lnTo>
                      <a:pt x="0" y="0"/>
                    </a:lnTo>
                    <a:lnTo>
                      <a:pt x="3539398" y="0"/>
                    </a:lnTo>
                    <a:lnTo>
                      <a:pt x="5566229" y="2026831"/>
                    </a:lnTo>
                    <a:lnTo>
                      <a:pt x="5566229" y="2575538"/>
                    </a:lnTo>
                    <a:lnTo>
                      <a:pt x="6858000" y="3871657"/>
                    </a:lnTo>
                    <a:lnTo>
                      <a:pt x="5566229" y="3871657"/>
                    </a:lnTo>
                    <a:lnTo>
                      <a:pt x="5566229" y="3871658"/>
                    </a:lnTo>
                    <a:close/>
                  </a:path>
                </a:pathLst>
              </a:custGeom>
              <a:pattFill prst="wdDnDiag">
                <a:fgClr>
                  <a:schemeClr val="accent1"/>
                </a:fgClr>
                <a:bgClr>
                  <a:schemeClr val="accent2"/>
                </a:bgClr>
              </a:patt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sp>
            <p:nvSpPr>
              <p:cNvPr id="17" name="Right Triangle 16">
                <a:extLst>
                  <a:ext uri="{FF2B5EF4-FFF2-40B4-BE49-F238E27FC236}">
                    <a16:creationId xmlns:a16="http://schemas.microsoft.com/office/drawing/2014/main" id="{8DCD5806-2A2F-4ABF-8057-245681C498E6}"/>
                  </a:ext>
                </a:extLst>
              </p:cNvPr>
              <p:cNvSpPr/>
              <p:nvPr/>
            </p:nvSpPr>
            <p:spPr>
              <a:xfrm rot="16200000" flipH="1" flipV="1">
                <a:off x="24625" y="-4746"/>
                <a:ext cx="2819399" cy="2828891"/>
              </a:xfrm>
              <a:prstGeom prst="rtTriangle">
                <a:avLst/>
              </a:prstGeom>
              <a:solidFill>
                <a:schemeClr val="accent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sp>
            <p:nvSpPr>
              <p:cNvPr id="18" name="Right Triangle 17">
                <a:extLst>
                  <a:ext uri="{FF2B5EF4-FFF2-40B4-BE49-F238E27FC236}">
                    <a16:creationId xmlns:a16="http://schemas.microsoft.com/office/drawing/2014/main" id="{3A93038F-E9E4-4FFD-B3DF-28DB7C2C1490}"/>
                  </a:ext>
                </a:extLst>
              </p:cNvPr>
              <p:cNvSpPr/>
              <p:nvPr/>
            </p:nvSpPr>
            <p:spPr>
              <a:xfrm rot="16200000" flipH="1" flipV="1">
                <a:off x="4418" y="-4422"/>
                <a:ext cx="2627088" cy="2635933"/>
              </a:xfrm>
              <a:prstGeom prst="rtTriangle">
                <a:avLst/>
              </a:prstGeom>
              <a:pattFill prst="dkHorz">
                <a:fgClr>
                  <a:schemeClr val="accent1"/>
                </a:fgClr>
                <a:bgClr>
                  <a:schemeClr val="accent2"/>
                </a:bgClr>
              </a:patt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sp>
            <p:nvSpPr>
              <p:cNvPr id="19" name="Right Triangle 18">
                <a:extLst>
                  <a:ext uri="{FF2B5EF4-FFF2-40B4-BE49-F238E27FC236}">
                    <a16:creationId xmlns:a16="http://schemas.microsoft.com/office/drawing/2014/main" id="{5DEA1E02-BBD0-4AE3-AF22-433B90272178}"/>
                  </a:ext>
                </a:extLst>
              </p:cNvPr>
              <p:cNvSpPr/>
              <p:nvPr/>
            </p:nvSpPr>
            <p:spPr>
              <a:xfrm rot="16200000" flipH="1" flipV="1">
                <a:off x="-12263" y="-4034"/>
                <a:ext cx="2397087" cy="2405158"/>
              </a:xfrm>
              <a:prstGeom prst="rtTriangle">
                <a:avLst/>
              </a:prstGeom>
              <a:solidFill>
                <a:schemeClr val="accent2">
                  <a:alpha val="48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sp>
            <p:nvSpPr>
              <p:cNvPr id="20" name="Freeform: Shape 19">
                <a:extLst>
                  <a:ext uri="{FF2B5EF4-FFF2-40B4-BE49-F238E27FC236}">
                    <a16:creationId xmlns:a16="http://schemas.microsoft.com/office/drawing/2014/main" id="{0027A677-9ACB-4264-B148-4806678FB83F}"/>
                  </a:ext>
                </a:extLst>
              </p:cNvPr>
              <p:cNvSpPr/>
              <p:nvPr/>
            </p:nvSpPr>
            <p:spPr>
              <a:xfrm rot="5400000" flipH="1" flipV="1">
                <a:off x="2667000" y="-2667001"/>
                <a:ext cx="6858000" cy="12192002"/>
              </a:xfrm>
              <a:custGeom>
                <a:avLst/>
                <a:gdLst>
                  <a:gd name="connsiteX0" fmla="*/ 6858000 w 6858000"/>
                  <a:gd name="connsiteY0" fmla="*/ 3871658 h 12192002"/>
                  <a:gd name="connsiteX1" fmla="*/ 6858000 w 6858000"/>
                  <a:gd name="connsiteY1" fmla="*/ 12192002 h 12192002"/>
                  <a:gd name="connsiteX2" fmla="*/ 5363029 w 6858000"/>
                  <a:gd name="connsiteY2" fmla="*/ 12192002 h 12192002"/>
                  <a:gd name="connsiteX3" fmla="*/ 5363029 w 6858000"/>
                  <a:gd name="connsiteY3" fmla="*/ 12192000 h 12192002"/>
                  <a:gd name="connsiteX4" fmla="*/ 0 w 6858000"/>
                  <a:gd name="connsiteY4" fmla="*/ 12192000 h 12192002"/>
                  <a:gd name="connsiteX5" fmla="*/ 0 w 6858000"/>
                  <a:gd name="connsiteY5" fmla="*/ 0 h 12192002"/>
                  <a:gd name="connsiteX6" fmla="*/ 3539398 w 6858000"/>
                  <a:gd name="connsiteY6" fmla="*/ 0 h 12192002"/>
                  <a:gd name="connsiteX7" fmla="*/ 5566229 w 6858000"/>
                  <a:gd name="connsiteY7" fmla="*/ 2026831 h 12192002"/>
                  <a:gd name="connsiteX8" fmla="*/ 5566229 w 6858000"/>
                  <a:gd name="connsiteY8" fmla="*/ 2575538 h 12192002"/>
                  <a:gd name="connsiteX9" fmla="*/ 6858000 w 6858000"/>
                  <a:gd name="connsiteY9" fmla="*/ 3871657 h 12192002"/>
                  <a:gd name="connsiteX10" fmla="*/ 5566229 w 6858000"/>
                  <a:gd name="connsiteY10" fmla="*/ 3871657 h 12192002"/>
                  <a:gd name="connsiteX11" fmla="*/ 5566229 w 6858000"/>
                  <a:gd name="connsiteY11" fmla="*/ 3871658 h 121920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858000" h="12192002">
                    <a:moveTo>
                      <a:pt x="6858000" y="3871658"/>
                    </a:moveTo>
                    <a:lnTo>
                      <a:pt x="6858000" y="12192002"/>
                    </a:lnTo>
                    <a:lnTo>
                      <a:pt x="5363029" y="12192002"/>
                    </a:lnTo>
                    <a:lnTo>
                      <a:pt x="5363029" y="12192000"/>
                    </a:lnTo>
                    <a:lnTo>
                      <a:pt x="0" y="12192000"/>
                    </a:lnTo>
                    <a:lnTo>
                      <a:pt x="0" y="0"/>
                    </a:lnTo>
                    <a:lnTo>
                      <a:pt x="3539398" y="0"/>
                    </a:lnTo>
                    <a:lnTo>
                      <a:pt x="5566229" y="2026831"/>
                    </a:lnTo>
                    <a:lnTo>
                      <a:pt x="5566229" y="2575538"/>
                    </a:lnTo>
                    <a:lnTo>
                      <a:pt x="6858000" y="3871657"/>
                    </a:lnTo>
                    <a:lnTo>
                      <a:pt x="5566229" y="3871657"/>
                    </a:lnTo>
                    <a:lnTo>
                      <a:pt x="5566229" y="3871658"/>
                    </a:lnTo>
                    <a:close/>
                  </a:path>
                </a:pathLst>
              </a:custGeom>
              <a:solidFill>
                <a:schemeClr val="accent1">
                  <a:lumMod val="50000"/>
                  <a:alpha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</p:grpSp>
        <p:sp>
          <p:nvSpPr>
            <p:cNvPr id="9" name="Freeform: Shape 12">
              <a:extLst>
                <a:ext uri="{FF2B5EF4-FFF2-40B4-BE49-F238E27FC236}">
                  <a16:creationId xmlns:a16="http://schemas.microsoft.com/office/drawing/2014/main" id="{E3AAB79D-382D-4A95-965E-526B6A681DA7}"/>
                </a:ext>
              </a:extLst>
            </p:cNvPr>
            <p:cNvSpPr/>
            <p:nvPr/>
          </p:nvSpPr>
          <p:spPr>
            <a:xfrm rot="18900000" flipH="1">
              <a:off x="-1604709" y="1397837"/>
              <a:ext cx="3211378" cy="3211378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C0A22127-2B4A-4B15-B0A9-F019A30347A1}"/>
                </a:ext>
              </a:extLst>
            </p:cNvPr>
            <p:cNvSpPr/>
            <p:nvPr/>
          </p:nvSpPr>
          <p:spPr>
            <a:xfrm rot="18900000">
              <a:off x="-861777" y="-3756"/>
              <a:ext cx="2676646" cy="1356876"/>
            </a:xfrm>
            <a:custGeom>
              <a:avLst/>
              <a:gdLst>
                <a:gd name="connsiteX0" fmla="*/ 1319770 w 2676646"/>
                <a:gd name="connsiteY0" fmla="*/ 0 h 1356876"/>
                <a:gd name="connsiteX1" fmla="*/ 2676646 w 2676646"/>
                <a:gd name="connsiteY1" fmla="*/ 1356876 h 1356876"/>
                <a:gd name="connsiteX2" fmla="*/ 0 w 2676646"/>
                <a:gd name="connsiteY2" fmla="*/ 1356876 h 1356876"/>
                <a:gd name="connsiteX3" fmla="*/ 0 w 2676646"/>
                <a:gd name="connsiteY3" fmla="*/ 1319770 h 13568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76646" h="1356876">
                  <a:moveTo>
                    <a:pt x="1319770" y="0"/>
                  </a:moveTo>
                  <a:lnTo>
                    <a:pt x="2676646" y="1356876"/>
                  </a:lnTo>
                  <a:lnTo>
                    <a:pt x="0" y="1356876"/>
                  </a:lnTo>
                  <a:lnTo>
                    <a:pt x="0" y="1319770"/>
                  </a:lnTo>
                  <a:close/>
                </a:path>
              </a:pathLst>
            </a:custGeom>
            <a:pattFill prst="wdUpDiag">
              <a:fgClr>
                <a:schemeClr val="accent2"/>
              </a:fgClr>
              <a:bgClr>
                <a:schemeClr val="accent1"/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noProof="0" dirty="0"/>
            </a:p>
          </p:txBody>
        </p:sp>
        <p:sp>
          <p:nvSpPr>
            <p:cNvPr id="11" name="Freeform: Shape 12">
              <a:extLst>
                <a:ext uri="{FF2B5EF4-FFF2-40B4-BE49-F238E27FC236}">
                  <a16:creationId xmlns:a16="http://schemas.microsoft.com/office/drawing/2014/main" id="{F04D9FDC-1B67-4254-9535-CD32E81F0C3E}"/>
                </a:ext>
              </a:extLst>
            </p:cNvPr>
            <p:cNvSpPr/>
            <p:nvPr/>
          </p:nvSpPr>
          <p:spPr>
            <a:xfrm rot="13500000">
              <a:off x="-1226102" y="1737462"/>
              <a:ext cx="2416016" cy="2416016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wdDnDiag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0A86C4EA-4CF8-4531-845D-4FCB1E2F7422}"/>
                </a:ext>
              </a:extLst>
            </p:cNvPr>
            <p:cNvGrpSpPr/>
            <p:nvPr/>
          </p:nvGrpSpPr>
          <p:grpSpPr>
            <a:xfrm>
              <a:off x="-760406" y="4672937"/>
              <a:ext cx="1520812" cy="1520812"/>
              <a:chOff x="-1604709" y="3012880"/>
              <a:chExt cx="3211378" cy="3211378"/>
            </a:xfrm>
          </p:grpSpPr>
          <p:sp>
            <p:nvSpPr>
              <p:cNvPr id="13" name="Freeform: Shape 12">
                <a:extLst>
                  <a:ext uri="{FF2B5EF4-FFF2-40B4-BE49-F238E27FC236}">
                    <a16:creationId xmlns:a16="http://schemas.microsoft.com/office/drawing/2014/main" id="{1101B195-C112-4D20-8D19-4D22479B150D}"/>
                  </a:ext>
                </a:extLst>
              </p:cNvPr>
              <p:cNvSpPr/>
              <p:nvPr/>
            </p:nvSpPr>
            <p:spPr>
              <a:xfrm rot="18900000" flipH="1">
                <a:off x="-1604709" y="3012880"/>
                <a:ext cx="3211378" cy="3211378"/>
              </a:xfrm>
              <a:custGeom>
                <a:avLst/>
                <a:gdLst>
                  <a:gd name="connsiteX0" fmla="*/ 754341 w 754341"/>
                  <a:gd name="connsiteY0" fmla="*/ 754341 h 754341"/>
                  <a:gd name="connsiteX1" fmla="*/ 0 w 754341"/>
                  <a:gd name="connsiteY1" fmla="*/ 754341 h 754341"/>
                  <a:gd name="connsiteX2" fmla="*/ 0 w 754341"/>
                  <a:gd name="connsiteY2" fmla="*/ 0 h 7543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754341" h="754341">
                    <a:moveTo>
                      <a:pt x="754341" y="754341"/>
                    </a:moveTo>
                    <a:lnTo>
                      <a:pt x="0" y="75434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>
                  <a:lumMod val="50000"/>
                </a:scheme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sp>
            <p:nvSpPr>
              <p:cNvPr id="14" name="Freeform: Shape 12">
                <a:extLst>
                  <a:ext uri="{FF2B5EF4-FFF2-40B4-BE49-F238E27FC236}">
                    <a16:creationId xmlns:a16="http://schemas.microsoft.com/office/drawing/2014/main" id="{CA755F1F-9955-4CBB-8F34-F7801CA44CE7}"/>
                  </a:ext>
                </a:extLst>
              </p:cNvPr>
              <p:cNvSpPr/>
              <p:nvPr/>
            </p:nvSpPr>
            <p:spPr>
              <a:xfrm rot="13500000">
                <a:off x="-1226102" y="3352505"/>
                <a:ext cx="2416016" cy="2416016"/>
              </a:xfrm>
              <a:custGeom>
                <a:avLst/>
                <a:gdLst>
                  <a:gd name="connsiteX0" fmla="*/ 754341 w 754341"/>
                  <a:gd name="connsiteY0" fmla="*/ 754341 h 754341"/>
                  <a:gd name="connsiteX1" fmla="*/ 0 w 754341"/>
                  <a:gd name="connsiteY1" fmla="*/ 754341 h 754341"/>
                  <a:gd name="connsiteX2" fmla="*/ 0 w 754341"/>
                  <a:gd name="connsiteY2" fmla="*/ 0 h 7543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754341" h="754341">
                    <a:moveTo>
                      <a:pt x="754341" y="754341"/>
                    </a:moveTo>
                    <a:lnTo>
                      <a:pt x="0" y="754341"/>
                    </a:lnTo>
                    <a:lnTo>
                      <a:pt x="0" y="0"/>
                    </a:lnTo>
                    <a:close/>
                  </a:path>
                </a:pathLst>
              </a:custGeom>
              <a:pattFill prst="wdDnDiag">
                <a:fgClr>
                  <a:schemeClr val="accent1">
                    <a:lumMod val="60000"/>
                    <a:lumOff val="40000"/>
                  </a:schemeClr>
                </a:fgClr>
                <a:bgClr>
                  <a:schemeClr val="accent2">
                    <a:lumMod val="50000"/>
                  </a:schemeClr>
                </a:bgClr>
              </a:patt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9E597736-C478-4C26-9BAF-205FE31E977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761488" y="2395728"/>
            <a:ext cx="7077456" cy="1243584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defRPr lang="en-GB" sz="6600" b="1" dirty="0">
                <a:solidFill>
                  <a:schemeClr val="accent2"/>
                </a:solidFill>
                <a:latin typeface="+mj-lt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 noProof="0"/>
              <a:t>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3D2DEF0-A0B0-4CFE-B67D-A9D75E2368D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761488" y="3721608"/>
            <a:ext cx="7077456" cy="86868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GB" sz="1800" spc="300" dirty="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marL="228600" lvl="0" indent="-228600"/>
            <a:r>
              <a:rPr lang="en-US" noProof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4369596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B2838D16-809E-4EB1-8C0C-0E63D8139112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C43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01FEB333-94B4-4E53-9019-D584810903BB}"/>
              </a:ext>
            </a:extLst>
          </p:cNvPr>
          <p:cNvSpPr/>
          <p:nvPr userDrawn="1"/>
        </p:nvSpPr>
        <p:spPr>
          <a:xfrm>
            <a:off x="0" y="0"/>
            <a:ext cx="12192000" cy="6862745"/>
          </a:xfrm>
          <a:custGeom>
            <a:avLst/>
            <a:gdLst>
              <a:gd name="connsiteX0" fmla="*/ 0 w 12192000"/>
              <a:gd name="connsiteY0" fmla="*/ 0 h 6849743"/>
              <a:gd name="connsiteX1" fmla="*/ 7554712 w 12192000"/>
              <a:gd name="connsiteY1" fmla="*/ 0 h 6849743"/>
              <a:gd name="connsiteX2" fmla="*/ 10266645 w 12192000"/>
              <a:gd name="connsiteY2" fmla="*/ 2711934 h 6849743"/>
              <a:gd name="connsiteX3" fmla="*/ 11289529 w 12192000"/>
              <a:gd name="connsiteY3" fmla="*/ 2711934 h 6849743"/>
              <a:gd name="connsiteX4" fmla="*/ 12191999 w 12192000"/>
              <a:gd name="connsiteY4" fmla="*/ 3614404 h 6849743"/>
              <a:gd name="connsiteX5" fmla="*/ 12192000 w 12192000"/>
              <a:gd name="connsiteY5" fmla="*/ 6849743 h 6849743"/>
              <a:gd name="connsiteX6" fmla="*/ 0 w 12192000"/>
              <a:gd name="connsiteY6" fmla="*/ 6849743 h 68497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6849743">
                <a:moveTo>
                  <a:pt x="0" y="0"/>
                </a:moveTo>
                <a:lnTo>
                  <a:pt x="7554712" y="0"/>
                </a:lnTo>
                <a:lnTo>
                  <a:pt x="10266645" y="2711934"/>
                </a:lnTo>
                <a:lnTo>
                  <a:pt x="11289529" y="2711934"/>
                </a:lnTo>
                <a:lnTo>
                  <a:pt x="12191999" y="3614404"/>
                </a:lnTo>
                <a:lnTo>
                  <a:pt x="12192000" y="6849743"/>
                </a:lnTo>
                <a:lnTo>
                  <a:pt x="0" y="6849743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A59B9489-0CD9-4DB7-AC82-6E7867F91403}"/>
              </a:ext>
            </a:extLst>
          </p:cNvPr>
          <p:cNvSpPr/>
          <p:nvPr userDrawn="1"/>
        </p:nvSpPr>
        <p:spPr>
          <a:xfrm rot="16200000" flipV="1">
            <a:off x="2626805" y="-2626805"/>
            <a:ext cx="6862743" cy="12116353"/>
          </a:xfrm>
          <a:custGeom>
            <a:avLst/>
            <a:gdLst>
              <a:gd name="connsiteX0" fmla="*/ 6853871 w 6853871"/>
              <a:gd name="connsiteY0" fmla="*/ 12116353 h 12116353"/>
              <a:gd name="connsiteX1" fmla="*/ 6853871 w 6853871"/>
              <a:gd name="connsiteY1" fmla="*/ 8014954 h 12116353"/>
              <a:gd name="connsiteX2" fmla="*/ 4141930 w 6853871"/>
              <a:gd name="connsiteY2" fmla="*/ 8014954 h 12116353"/>
              <a:gd name="connsiteX3" fmla="*/ 4141930 w 6853871"/>
              <a:gd name="connsiteY3" fmla="*/ 8014952 h 12116353"/>
              <a:gd name="connsiteX4" fmla="*/ 6853871 w 6853871"/>
              <a:gd name="connsiteY4" fmla="*/ 8014952 h 12116353"/>
              <a:gd name="connsiteX5" fmla="*/ 4141930 w 6853871"/>
              <a:gd name="connsiteY5" fmla="*/ 5293882 h 12116353"/>
              <a:gd name="connsiteX6" fmla="*/ 4141930 w 6853871"/>
              <a:gd name="connsiteY6" fmla="*/ 4141928 h 12116353"/>
              <a:gd name="connsiteX7" fmla="*/ 0 w 6853871"/>
              <a:gd name="connsiteY7" fmla="*/ 0 h 12116353"/>
              <a:gd name="connsiteX8" fmla="*/ 0 w 6853871"/>
              <a:gd name="connsiteY8" fmla="*/ 12116353 h 121163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53871" h="12116353">
                <a:moveTo>
                  <a:pt x="6853871" y="12116353"/>
                </a:moveTo>
                <a:lnTo>
                  <a:pt x="6853871" y="8014954"/>
                </a:lnTo>
                <a:lnTo>
                  <a:pt x="4141930" y="8014954"/>
                </a:lnTo>
                <a:lnTo>
                  <a:pt x="4141930" y="8014952"/>
                </a:lnTo>
                <a:lnTo>
                  <a:pt x="6853871" y="8014952"/>
                </a:lnTo>
                <a:lnTo>
                  <a:pt x="4141930" y="5293882"/>
                </a:lnTo>
                <a:lnTo>
                  <a:pt x="4141930" y="4141928"/>
                </a:lnTo>
                <a:lnTo>
                  <a:pt x="0" y="0"/>
                </a:lnTo>
                <a:lnTo>
                  <a:pt x="0" y="12116353"/>
                </a:lnTo>
                <a:close/>
              </a:path>
            </a:pathLst>
          </a:custGeom>
          <a:pattFill prst="wdDnDiag">
            <a:fgClr>
              <a:schemeClr val="accent1"/>
            </a:fgClr>
            <a:bgClr>
              <a:schemeClr val="accent2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A55D1C76-C591-4FA5-9780-87AB6B37C0FA}"/>
              </a:ext>
            </a:extLst>
          </p:cNvPr>
          <p:cNvSpPr/>
          <p:nvPr userDrawn="1"/>
        </p:nvSpPr>
        <p:spPr>
          <a:xfrm rot="5400000" flipV="1">
            <a:off x="5851010" y="-10649"/>
            <a:ext cx="6326154" cy="6347453"/>
          </a:xfrm>
          <a:prstGeom prst="rtTriangle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A7DC1D12-670F-4235-8791-FA8C2B330871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859569CF-FDAC-47C4-A0F5-296F7117C398}"/>
              </a:ext>
            </a:extLst>
          </p:cNvPr>
          <p:cNvSpPr/>
          <p:nvPr userDrawn="1"/>
        </p:nvSpPr>
        <p:spPr>
          <a:xfrm rot="2700000">
            <a:off x="9668984" y="1404392"/>
            <a:ext cx="4406148" cy="5299239"/>
          </a:xfrm>
          <a:custGeom>
            <a:avLst/>
            <a:gdLst>
              <a:gd name="connsiteX0" fmla="*/ 0 w 4406148"/>
              <a:gd name="connsiteY0" fmla="*/ 0 h 5299239"/>
              <a:gd name="connsiteX1" fmla="*/ 4406148 w 4406148"/>
              <a:gd name="connsiteY1" fmla="*/ 4406147 h 5299239"/>
              <a:gd name="connsiteX2" fmla="*/ 3513056 w 4406148"/>
              <a:gd name="connsiteY2" fmla="*/ 5299239 h 5299239"/>
              <a:gd name="connsiteX3" fmla="*/ 1 w 4406148"/>
              <a:gd name="connsiteY3" fmla="*/ 5299239 h 52992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406148" h="5299239">
                <a:moveTo>
                  <a:pt x="0" y="0"/>
                </a:moveTo>
                <a:lnTo>
                  <a:pt x="4406148" y="4406147"/>
                </a:lnTo>
                <a:lnTo>
                  <a:pt x="3513056" y="5299239"/>
                </a:lnTo>
                <a:lnTo>
                  <a:pt x="1" y="5299239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D68D0C72-2B2C-4C85-A091-157853C71784}"/>
              </a:ext>
            </a:extLst>
          </p:cNvPr>
          <p:cNvSpPr/>
          <p:nvPr userDrawn="1"/>
        </p:nvSpPr>
        <p:spPr>
          <a:xfrm rot="8100000" flipH="1">
            <a:off x="9583575" y="1088097"/>
            <a:ext cx="5072180" cy="4843502"/>
          </a:xfrm>
          <a:custGeom>
            <a:avLst/>
            <a:gdLst>
              <a:gd name="connsiteX0" fmla="*/ 5072180 w 5072180"/>
              <a:gd name="connsiteY0" fmla="*/ 4843501 h 4843502"/>
              <a:gd name="connsiteX1" fmla="*/ 228679 w 5072180"/>
              <a:gd name="connsiteY1" fmla="*/ 0 h 4843502"/>
              <a:gd name="connsiteX2" fmla="*/ 1 w 5072180"/>
              <a:gd name="connsiteY2" fmla="*/ 228678 h 4843502"/>
              <a:gd name="connsiteX3" fmla="*/ 0 w 5072180"/>
              <a:gd name="connsiteY3" fmla="*/ 4843502 h 48435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72180" h="4843502">
                <a:moveTo>
                  <a:pt x="5072180" y="4843501"/>
                </a:moveTo>
                <a:lnTo>
                  <a:pt x="228679" y="0"/>
                </a:lnTo>
                <a:lnTo>
                  <a:pt x="1" y="228678"/>
                </a:lnTo>
                <a:lnTo>
                  <a:pt x="0" y="4843502"/>
                </a:lnTo>
                <a:close/>
              </a:path>
            </a:pathLst>
          </a:custGeom>
          <a:pattFill prst="wdDnDiag">
            <a:fgClr>
              <a:schemeClr val="accent1">
                <a:lumMod val="60000"/>
                <a:lumOff val="40000"/>
              </a:schemeClr>
            </a:fgClr>
            <a:bgClr>
              <a:schemeClr val="accent2">
                <a:lumMod val="50000"/>
              </a:schemeClr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8E25334A-5FE3-4DDA-8D32-4796CCFCAA74}"/>
              </a:ext>
            </a:extLst>
          </p:cNvPr>
          <p:cNvSpPr/>
          <p:nvPr userDrawn="1"/>
        </p:nvSpPr>
        <p:spPr>
          <a:xfrm rot="2700000">
            <a:off x="11438585" y="5665752"/>
            <a:ext cx="877778" cy="1755556"/>
          </a:xfrm>
          <a:custGeom>
            <a:avLst/>
            <a:gdLst>
              <a:gd name="connsiteX0" fmla="*/ 0 w 877778"/>
              <a:gd name="connsiteY0" fmla="*/ 0 h 1755556"/>
              <a:gd name="connsiteX1" fmla="*/ 877778 w 877778"/>
              <a:gd name="connsiteY1" fmla="*/ 877778 h 1755556"/>
              <a:gd name="connsiteX2" fmla="*/ 0 w 877778"/>
              <a:gd name="connsiteY2" fmla="*/ 1755556 h 17555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877778" h="1755556">
                <a:moveTo>
                  <a:pt x="0" y="0"/>
                </a:moveTo>
                <a:lnTo>
                  <a:pt x="877778" y="877778"/>
                </a:lnTo>
                <a:lnTo>
                  <a:pt x="0" y="1755556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18818DF1-D7FD-4C0F-875D-7A07E8F75C06}"/>
              </a:ext>
            </a:extLst>
          </p:cNvPr>
          <p:cNvSpPr/>
          <p:nvPr userDrawn="1"/>
        </p:nvSpPr>
        <p:spPr>
          <a:xfrm rot="8100000" flipH="1">
            <a:off x="10582265" y="5841410"/>
            <a:ext cx="2372348" cy="1186174"/>
          </a:xfrm>
          <a:custGeom>
            <a:avLst/>
            <a:gdLst>
              <a:gd name="connsiteX0" fmla="*/ 2372348 w 2372348"/>
              <a:gd name="connsiteY0" fmla="*/ 1186174 h 1186174"/>
              <a:gd name="connsiteX1" fmla="*/ 1186174 w 2372348"/>
              <a:gd name="connsiteY1" fmla="*/ 0 h 1186174"/>
              <a:gd name="connsiteX2" fmla="*/ 0 w 2372348"/>
              <a:gd name="connsiteY2" fmla="*/ 1186174 h 11861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372348" h="1186174">
                <a:moveTo>
                  <a:pt x="2372348" y="1186174"/>
                </a:moveTo>
                <a:lnTo>
                  <a:pt x="1186174" y="0"/>
                </a:lnTo>
                <a:lnTo>
                  <a:pt x="0" y="1186174"/>
                </a:lnTo>
                <a:close/>
              </a:path>
            </a:pathLst>
          </a:custGeom>
          <a:pattFill prst="wdUpDiag">
            <a:fgClr>
              <a:schemeClr val="accent1">
                <a:lumMod val="60000"/>
                <a:lumOff val="40000"/>
              </a:schemeClr>
            </a:fgClr>
            <a:bgClr>
              <a:schemeClr val="accent2">
                <a:lumMod val="50000"/>
              </a:schemeClr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8F9BB384-9E14-4CEA-82C1-21837229D3EF}"/>
              </a:ext>
            </a:extLst>
          </p:cNvPr>
          <p:cNvGrpSpPr/>
          <p:nvPr userDrawn="1"/>
        </p:nvGrpSpPr>
        <p:grpSpPr>
          <a:xfrm rot="16200000">
            <a:off x="431651" y="-917359"/>
            <a:ext cx="1532001" cy="1826463"/>
            <a:chOff x="10800164" y="7142066"/>
            <a:chExt cx="2775293" cy="3308724"/>
          </a:xfrm>
        </p:grpSpPr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0862A81A-959D-4EAB-90ED-DB20759BB397}"/>
                </a:ext>
              </a:extLst>
            </p:cNvPr>
            <p:cNvSpPr/>
            <p:nvPr/>
          </p:nvSpPr>
          <p:spPr>
            <a:xfrm rot="2700000">
              <a:off x="10800164" y="7675497"/>
              <a:ext cx="2775293" cy="2775293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AAB9E28C-9422-42BD-AECE-29B44B5D63E2}"/>
                </a:ext>
              </a:extLst>
            </p:cNvPr>
            <p:cNvSpPr/>
            <p:nvPr/>
          </p:nvSpPr>
          <p:spPr>
            <a:xfrm rot="8100000" flipH="1">
              <a:off x="10811837" y="7142066"/>
              <a:ext cx="2751954" cy="2751955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wdDnDiag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2772239B-C46D-4458-BB4B-DDB12FAB0172}"/>
              </a:ext>
            </a:extLst>
          </p:cNvPr>
          <p:cNvGrpSpPr/>
          <p:nvPr userDrawn="1"/>
        </p:nvGrpSpPr>
        <p:grpSpPr>
          <a:xfrm rot="16200000">
            <a:off x="1992859" y="-497210"/>
            <a:ext cx="818398" cy="986162"/>
            <a:chOff x="10945855" y="7317026"/>
            <a:chExt cx="2483924" cy="2993104"/>
          </a:xfrm>
        </p:grpSpPr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3C8A2A1A-1FB9-4CA1-B74E-B293187E51AA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DF2B18BA-6B43-40FA-A23B-D894D6AB468B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194264-A3F5-42E2-9A63-DCCED0457E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754880"/>
            <a:ext cx="6803136" cy="36576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1600" spc="300">
                <a:solidFill>
                  <a:schemeClr val="accent1">
                    <a:lumMod val="20000"/>
                    <a:lumOff val="80000"/>
                  </a:schemeClr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marL="228600" lvl="0" indent="-228600"/>
            <a:r>
              <a:rPr lang="en-US" noProof="0"/>
              <a:t>Click to edit Master text styles</a:t>
            </a:r>
          </a:p>
        </p:txBody>
      </p:sp>
      <p:sp>
        <p:nvSpPr>
          <p:cNvPr id="22" name="Slide Number Placeholder 4">
            <a:extLst>
              <a:ext uri="{FF2B5EF4-FFF2-40B4-BE49-F238E27FC236}">
                <a16:creationId xmlns:a16="http://schemas.microsoft.com/office/drawing/2014/main" id="{0F332671-6296-47C8-BF26-B2D962F5D0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3" name="Title 1">
            <a:extLst>
              <a:ext uri="{FF2B5EF4-FFF2-40B4-BE49-F238E27FC236}">
                <a16:creationId xmlns:a16="http://schemas.microsoft.com/office/drawing/2014/main" id="{7772A652-7229-2B42-B87B-298C31D6F0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2104" y="3886200"/>
            <a:ext cx="7781544" cy="859055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GB" sz="5400" b="1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Section Title 01</a:t>
            </a:r>
          </a:p>
        </p:txBody>
      </p:sp>
    </p:spTree>
    <p:extLst>
      <p:ext uri="{BB962C8B-B14F-4D97-AF65-F5344CB8AC3E}">
        <p14:creationId xmlns:p14="http://schemas.microsoft.com/office/powerpoint/2010/main" val="16751974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lt 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2CDBB6E5-B91E-4946-9390-E8693855103A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0C3CC1C9-1FA0-4FE4-8984-4A8B3728D674}"/>
              </a:ext>
            </a:extLst>
          </p:cNvPr>
          <p:cNvSpPr/>
          <p:nvPr userDrawn="1"/>
        </p:nvSpPr>
        <p:spPr>
          <a:xfrm rot="16200000" flipV="1">
            <a:off x="2855762" y="-2473495"/>
            <a:ext cx="6862743" cy="11809733"/>
          </a:xfrm>
          <a:custGeom>
            <a:avLst/>
            <a:gdLst>
              <a:gd name="connsiteX0" fmla="*/ 6862743 w 6862743"/>
              <a:gd name="connsiteY0" fmla="*/ 11809733 h 11809733"/>
              <a:gd name="connsiteX1" fmla="*/ 6862743 w 6862743"/>
              <a:gd name="connsiteY1" fmla="*/ 7708334 h 11809733"/>
              <a:gd name="connsiteX2" fmla="*/ 4147292 w 6862743"/>
              <a:gd name="connsiteY2" fmla="*/ 7708334 h 11809733"/>
              <a:gd name="connsiteX3" fmla="*/ 4147292 w 6862743"/>
              <a:gd name="connsiteY3" fmla="*/ 7708332 h 11809733"/>
              <a:gd name="connsiteX4" fmla="*/ 6862743 w 6862743"/>
              <a:gd name="connsiteY4" fmla="*/ 7708332 h 11809733"/>
              <a:gd name="connsiteX5" fmla="*/ 4147291 w 6862743"/>
              <a:gd name="connsiteY5" fmla="*/ 4987262 h 11809733"/>
              <a:gd name="connsiteX6" fmla="*/ 4147291 w 6862743"/>
              <a:gd name="connsiteY6" fmla="*/ 3835308 h 11809733"/>
              <a:gd name="connsiteX7" fmla="*/ 307017 w 6862743"/>
              <a:gd name="connsiteY7" fmla="*/ 0 h 11809733"/>
              <a:gd name="connsiteX8" fmla="*/ 0 w 6862743"/>
              <a:gd name="connsiteY8" fmla="*/ 0 h 11809733"/>
              <a:gd name="connsiteX9" fmla="*/ 0 w 6862743"/>
              <a:gd name="connsiteY9" fmla="*/ 11809733 h 118097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3" h="11809733">
                <a:moveTo>
                  <a:pt x="6862743" y="11809733"/>
                </a:moveTo>
                <a:lnTo>
                  <a:pt x="6862743" y="7708334"/>
                </a:lnTo>
                <a:lnTo>
                  <a:pt x="4147292" y="7708334"/>
                </a:lnTo>
                <a:lnTo>
                  <a:pt x="4147292" y="7708332"/>
                </a:lnTo>
                <a:lnTo>
                  <a:pt x="6862743" y="7708332"/>
                </a:lnTo>
                <a:lnTo>
                  <a:pt x="4147291" y="4987262"/>
                </a:lnTo>
                <a:lnTo>
                  <a:pt x="4147291" y="3835308"/>
                </a:lnTo>
                <a:lnTo>
                  <a:pt x="307017" y="0"/>
                </a:lnTo>
                <a:lnTo>
                  <a:pt x="0" y="0"/>
                </a:lnTo>
                <a:lnTo>
                  <a:pt x="0" y="11809733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8E049265-431E-48DE-B7F7-4959930171DC}"/>
              </a:ext>
            </a:extLst>
          </p:cNvPr>
          <p:cNvSpPr/>
          <p:nvPr userDrawn="1"/>
        </p:nvSpPr>
        <p:spPr>
          <a:xfrm rot="16200000" flipV="1">
            <a:off x="2626806" y="-2626805"/>
            <a:ext cx="6862743" cy="12116353"/>
          </a:xfrm>
          <a:custGeom>
            <a:avLst/>
            <a:gdLst>
              <a:gd name="connsiteX0" fmla="*/ 6853871 w 6853871"/>
              <a:gd name="connsiteY0" fmla="*/ 12116353 h 12116353"/>
              <a:gd name="connsiteX1" fmla="*/ 6853871 w 6853871"/>
              <a:gd name="connsiteY1" fmla="*/ 8014954 h 12116353"/>
              <a:gd name="connsiteX2" fmla="*/ 4141930 w 6853871"/>
              <a:gd name="connsiteY2" fmla="*/ 8014954 h 12116353"/>
              <a:gd name="connsiteX3" fmla="*/ 4141930 w 6853871"/>
              <a:gd name="connsiteY3" fmla="*/ 8014952 h 12116353"/>
              <a:gd name="connsiteX4" fmla="*/ 6853871 w 6853871"/>
              <a:gd name="connsiteY4" fmla="*/ 8014952 h 12116353"/>
              <a:gd name="connsiteX5" fmla="*/ 4141930 w 6853871"/>
              <a:gd name="connsiteY5" fmla="*/ 5293882 h 12116353"/>
              <a:gd name="connsiteX6" fmla="*/ 4141930 w 6853871"/>
              <a:gd name="connsiteY6" fmla="*/ 4141928 h 12116353"/>
              <a:gd name="connsiteX7" fmla="*/ 0 w 6853871"/>
              <a:gd name="connsiteY7" fmla="*/ 0 h 12116353"/>
              <a:gd name="connsiteX8" fmla="*/ 0 w 6853871"/>
              <a:gd name="connsiteY8" fmla="*/ 12116353 h 121163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53871" h="12116353">
                <a:moveTo>
                  <a:pt x="6853871" y="12116353"/>
                </a:moveTo>
                <a:lnTo>
                  <a:pt x="6853871" y="8014954"/>
                </a:lnTo>
                <a:lnTo>
                  <a:pt x="4141930" y="8014954"/>
                </a:lnTo>
                <a:lnTo>
                  <a:pt x="4141930" y="8014952"/>
                </a:lnTo>
                <a:lnTo>
                  <a:pt x="6853871" y="8014952"/>
                </a:lnTo>
                <a:lnTo>
                  <a:pt x="4141930" y="5293882"/>
                </a:lnTo>
                <a:lnTo>
                  <a:pt x="4141930" y="4141928"/>
                </a:lnTo>
                <a:lnTo>
                  <a:pt x="0" y="0"/>
                </a:lnTo>
                <a:lnTo>
                  <a:pt x="0" y="12116353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173E5F2D-1F8E-4DCC-857F-932C6C6539BB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E9318B2B-E019-4078-9EF0-C9D6281AE31B}"/>
              </a:ext>
            </a:extLst>
          </p:cNvPr>
          <p:cNvGrpSpPr/>
          <p:nvPr userDrawn="1"/>
        </p:nvGrpSpPr>
        <p:grpSpPr>
          <a:xfrm>
            <a:off x="9776075" y="2057401"/>
            <a:ext cx="4413559" cy="3934444"/>
            <a:chOff x="9222437" y="1088097"/>
            <a:chExt cx="5433318" cy="4843502"/>
          </a:xfrm>
        </p:grpSpPr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D3E625C0-9656-421F-861F-67C8F93362ED}"/>
                </a:ext>
              </a:extLst>
            </p:cNvPr>
            <p:cNvSpPr/>
            <p:nvPr/>
          </p:nvSpPr>
          <p:spPr>
            <a:xfrm rot="2700000">
              <a:off x="9668983" y="1078460"/>
              <a:ext cx="4406148" cy="5299239"/>
            </a:xfrm>
            <a:custGeom>
              <a:avLst/>
              <a:gdLst>
                <a:gd name="connsiteX0" fmla="*/ 0 w 4406148"/>
                <a:gd name="connsiteY0" fmla="*/ 0 h 5299239"/>
                <a:gd name="connsiteX1" fmla="*/ 4406148 w 4406148"/>
                <a:gd name="connsiteY1" fmla="*/ 4406147 h 5299239"/>
                <a:gd name="connsiteX2" fmla="*/ 3513056 w 4406148"/>
                <a:gd name="connsiteY2" fmla="*/ 5299239 h 5299239"/>
                <a:gd name="connsiteX3" fmla="*/ 1 w 4406148"/>
                <a:gd name="connsiteY3" fmla="*/ 5299239 h 5299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406148" h="5299239">
                  <a:moveTo>
                    <a:pt x="0" y="0"/>
                  </a:moveTo>
                  <a:lnTo>
                    <a:pt x="4406148" y="4406147"/>
                  </a:lnTo>
                  <a:lnTo>
                    <a:pt x="3513056" y="5299239"/>
                  </a:lnTo>
                  <a:lnTo>
                    <a:pt x="1" y="5299239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noProof="0" dirty="0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49F8E490-C6E3-4D00-866F-CD85DD88996E}"/>
                </a:ext>
              </a:extLst>
            </p:cNvPr>
            <p:cNvSpPr/>
            <p:nvPr/>
          </p:nvSpPr>
          <p:spPr>
            <a:xfrm rot="8100000" flipH="1">
              <a:off x="9583575" y="1088097"/>
              <a:ext cx="5072180" cy="4843502"/>
            </a:xfrm>
            <a:custGeom>
              <a:avLst/>
              <a:gdLst>
                <a:gd name="connsiteX0" fmla="*/ 5072180 w 5072180"/>
                <a:gd name="connsiteY0" fmla="*/ 4843501 h 4843502"/>
                <a:gd name="connsiteX1" fmla="*/ 228679 w 5072180"/>
                <a:gd name="connsiteY1" fmla="*/ 0 h 4843502"/>
                <a:gd name="connsiteX2" fmla="*/ 1 w 5072180"/>
                <a:gd name="connsiteY2" fmla="*/ 228678 h 4843502"/>
                <a:gd name="connsiteX3" fmla="*/ 0 w 5072180"/>
                <a:gd name="connsiteY3" fmla="*/ 4843502 h 48435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072180" h="4843502">
                  <a:moveTo>
                    <a:pt x="5072180" y="4843501"/>
                  </a:moveTo>
                  <a:lnTo>
                    <a:pt x="228679" y="0"/>
                  </a:lnTo>
                  <a:lnTo>
                    <a:pt x="1" y="228678"/>
                  </a:lnTo>
                  <a:lnTo>
                    <a:pt x="0" y="4843502"/>
                  </a:lnTo>
                  <a:close/>
                </a:path>
              </a:pathLst>
            </a:custGeom>
            <a:pattFill prst="wdDnDiag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noProof="0" dirty="0"/>
            </a:p>
          </p:txBody>
        </p:sp>
      </p:grp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EE8F5B31-1523-46AE-9455-C33DFC1BDDE0}"/>
              </a:ext>
            </a:extLst>
          </p:cNvPr>
          <p:cNvSpPr/>
          <p:nvPr userDrawn="1"/>
        </p:nvSpPr>
        <p:spPr>
          <a:xfrm rot="2700000">
            <a:off x="11438585" y="5665752"/>
            <a:ext cx="877778" cy="1755556"/>
          </a:xfrm>
          <a:custGeom>
            <a:avLst/>
            <a:gdLst>
              <a:gd name="connsiteX0" fmla="*/ 0 w 877778"/>
              <a:gd name="connsiteY0" fmla="*/ 0 h 1755556"/>
              <a:gd name="connsiteX1" fmla="*/ 877778 w 877778"/>
              <a:gd name="connsiteY1" fmla="*/ 877778 h 1755556"/>
              <a:gd name="connsiteX2" fmla="*/ 0 w 877778"/>
              <a:gd name="connsiteY2" fmla="*/ 1755556 h 17555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877778" h="1755556">
                <a:moveTo>
                  <a:pt x="0" y="0"/>
                </a:moveTo>
                <a:lnTo>
                  <a:pt x="877778" y="877778"/>
                </a:lnTo>
                <a:lnTo>
                  <a:pt x="0" y="1755556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5D17048F-C2E1-4775-BC32-50BD6219F89D}"/>
              </a:ext>
            </a:extLst>
          </p:cNvPr>
          <p:cNvSpPr/>
          <p:nvPr userDrawn="1"/>
        </p:nvSpPr>
        <p:spPr>
          <a:xfrm rot="8100000" flipH="1">
            <a:off x="10582265" y="5841410"/>
            <a:ext cx="2372348" cy="1186174"/>
          </a:xfrm>
          <a:custGeom>
            <a:avLst/>
            <a:gdLst>
              <a:gd name="connsiteX0" fmla="*/ 2372348 w 2372348"/>
              <a:gd name="connsiteY0" fmla="*/ 1186174 h 1186174"/>
              <a:gd name="connsiteX1" fmla="*/ 1186174 w 2372348"/>
              <a:gd name="connsiteY1" fmla="*/ 0 h 1186174"/>
              <a:gd name="connsiteX2" fmla="*/ 0 w 2372348"/>
              <a:gd name="connsiteY2" fmla="*/ 1186174 h 11861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372348" h="1186174">
                <a:moveTo>
                  <a:pt x="2372348" y="1186174"/>
                </a:moveTo>
                <a:lnTo>
                  <a:pt x="1186174" y="0"/>
                </a:lnTo>
                <a:lnTo>
                  <a:pt x="0" y="1186174"/>
                </a:lnTo>
                <a:close/>
              </a:path>
            </a:pathLst>
          </a:custGeom>
          <a:pattFill prst="wdUpDiag">
            <a:fgClr>
              <a:schemeClr val="accent1">
                <a:lumMod val="60000"/>
                <a:lumOff val="40000"/>
              </a:schemeClr>
            </a:fgClr>
            <a:bgClr>
              <a:schemeClr val="accent2">
                <a:lumMod val="50000"/>
              </a:schemeClr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EAB002AA-4848-49C8-A834-036F860C79A3}"/>
              </a:ext>
            </a:extLst>
          </p:cNvPr>
          <p:cNvGrpSpPr/>
          <p:nvPr userDrawn="1"/>
        </p:nvGrpSpPr>
        <p:grpSpPr>
          <a:xfrm rot="16200000" flipH="1">
            <a:off x="9913705" y="6257994"/>
            <a:ext cx="1052473" cy="1209445"/>
            <a:chOff x="10800165" y="7142066"/>
            <a:chExt cx="2775293" cy="3189215"/>
          </a:xfrm>
        </p:grpSpPr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14B187A8-7F8D-469D-A03B-4F835A5746DE}"/>
                </a:ext>
              </a:extLst>
            </p:cNvPr>
            <p:cNvSpPr/>
            <p:nvPr/>
          </p:nvSpPr>
          <p:spPr>
            <a:xfrm rot="2700000">
              <a:off x="10800166" y="7555988"/>
              <a:ext cx="2775292" cy="2775293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03D871D1-A11A-48FB-82A8-8D61AB5CB85C}"/>
                </a:ext>
              </a:extLst>
            </p:cNvPr>
            <p:cNvSpPr/>
            <p:nvPr/>
          </p:nvSpPr>
          <p:spPr>
            <a:xfrm rot="8100000" flipH="1">
              <a:off x="10811837" y="7142066"/>
              <a:ext cx="2751954" cy="2751955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wdDnDiag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42374B20-3E42-44AF-BEF1-8AB33067395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2104" y="3886200"/>
            <a:ext cx="7781544" cy="859055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GB" sz="5400" b="1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Section Title 01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194264-A3F5-42E2-9A63-DCCED0457E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754880"/>
            <a:ext cx="6803136" cy="36576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1600" spc="300">
                <a:solidFill>
                  <a:schemeClr val="accent1">
                    <a:lumMod val="20000"/>
                    <a:lumOff val="80000"/>
                  </a:schemeClr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marL="228600" lvl="0" indent="-228600"/>
            <a:r>
              <a:rPr lang="en-US" noProof="0"/>
              <a:t>Click to edit Master text styles</a:t>
            </a:r>
          </a:p>
        </p:txBody>
      </p:sp>
      <p:sp>
        <p:nvSpPr>
          <p:cNvPr id="35" name="Slide Number Placeholder 4">
            <a:extLst>
              <a:ext uri="{FF2B5EF4-FFF2-40B4-BE49-F238E27FC236}">
                <a16:creationId xmlns:a16="http://schemas.microsoft.com/office/drawing/2014/main" id="{6F73F836-940E-4B65-A29C-D0869263C9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5114788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2CDBB6E5-B91E-4946-9390-E8693855103A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0C3CC1C9-1FA0-4FE4-8984-4A8B3728D674}"/>
              </a:ext>
            </a:extLst>
          </p:cNvPr>
          <p:cNvSpPr/>
          <p:nvPr userDrawn="1"/>
        </p:nvSpPr>
        <p:spPr>
          <a:xfrm rot="16200000" flipV="1">
            <a:off x="2855762" y="-2473495"/>
            <a:ext cx="6862743" cy="11809733"/>
          </a:xfrm>
          <a:custGeom>
            <a:avLst/>
            <a:gdLst>
              <a:gd name="connsiteX0" fmla="*/ 6862743 w 6862743"/>
              <a:gd name="connsiteY0" fmla="*/ 11809733 h 11809733"/>
              <a:gd name="connsiteX1" fmla="*/ 6862743 w 6862743"/>
              <a:gd name="connsiteY1" fmla="*/ 7708334 h 11809733"/>
              <a:gd name="connsiteX2" fmla="*/ 4147292 w 6862743"/>
              <a:gd name="connsiteY2" fmla="*/ 7708334 h 11809733"/>
              <a:gd name="connsiteX3" fmla="*/ 4147292 w 6862743"/>
              <a:gd name="connsiteY3" fmla="*/ 7708332 h 11809733"/>
              <a:gd name="connsiteX4" fmla="*/ 6862743 w 6862743"/>
              <a:gd name="connsiteY4" fmla="*/ 7708332 h 11809733"/>
              <a:gd name="connsiteX5" fmla="*/ 4147291 w 6862743"/>
              <a:gd name="connsiteY5" fmla="*/ 4987262 h 11809733"/>
              <a:gd name="connsiteX6" fmla="*/ 4147291 w 6862743"/>
              <a:gd name="connsiteY6" fmla="*/ 3835308 h 11809733"/>
              <a:gd name="connsiteX7" fmla="*/ 307017 w 6862743"/>
              <a:gd name="connsiteY7" fmla="*/ 0 h 11809733"/>
              <a:gd name="connsiteX8" fmla="*/ 0 w 6862743"/>
              <a:gd name="connsiteY8" fmla="*/ 0 h 11809733"/>
              <a:gd name="connsiteX9" fmla="*/ 0 w 6862743"/>
              <a:gd name="connsiteY9" fmla="*/ 11809733 h 118097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3" h="11809733">
                <a:moveTo>
                  <a:pt x="6862743" y="11809733"/>
                </a:moveTo>
                <a:lnTo>
                  <a:pt x="6862743" y="7708334"/>
                </a:lnTo>
                <a:lnTo>
                  <a:pt x="4147292" y="7708334"/>
                </a:lnTo>
                <a:lnTo>
                  <a:pt x="4147292" y="7708332"/>
                </a:lnTo>
                <a:lnTo>
                  <a:pt x="6862743" y="7708332"/>
                </a:lnTo>
                <a:lnTo>
                  <a:pt x="4147291" y="4987262"/>
                </a:lnTo>
                <a:lnTo>
                  <a:pt x="4147291" y="3835308"/>
                </a:lnTo>
                <a:lnTo>
                  <a:pt x="307017" y="0"/>
                </a:lnTo>
                <a:lnTo>
                  <a:pt x="0" y="0"/>
                </a:lnTo>
                <a:lnTo>
                  <a:pt x="0" y="11809733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8E049265-431E-48DE-B7F7-4959930171DC}"/>
              </a:ext>
            </a:extLst>
          </p:cNvPr>
          <p:cNvSpPr/>
          <p:nvPr userDrawn="1"/>
        </p:nvSpPr>
        <p:spPr>
          <a:xfrm rot="16200000" flipV="1">
            <a:off x="2626806" y="-2626805"/>
            <a:ext cx="6862743" cy="12116353"/>
          </a:xfrm>
          <a:custGeom>
            <a:avLst/>
            <a:gdLst>
              <a:gd name="connsiteX0" fmla="*/ 6853871 w 6853871"/>
              <a:gd name="connsiteY0" fmla="*/ 12116353 h 12116353"/>
              <a:gd name="connsiteX1" fmla="*/ 6853871 w 6853871"/>
              <a:gd name="connsiteY1" fmla="*/ 8014954 h 12116353"/>
              <a:gd name="connsiteX2" fmla="*/ 4141930 w 6853871"/>
              <a:gd name="connsiteY2" fmla="*/ 8014954 h 12116353"/>
              <a:gd name="connsiteX3" fmla="*/ 4141930 w 6853871"/>
              <a:gd name="connsiteY3" fmla="*/ 8014952 h 12116353"/>
              <a:gd name="connsiteX4" fmla="*/ 6853871 w 6853871"/>
              <a:gd name="connsiteY4" fmla="*/ 8014952 h 12116353"/>
              <a:gd name="connsiteX5" fmla="*/ 4141930 w 6853871"/>
              <a:gd name="connsiteY5" fmla="*/ 5293882 h 12116353"/>
              <a:gd name="connsiteX6" fmla="*/ 4141930 w 6853871"/>
              <a:gd name="connsiteY6" fmla="*/ 4141928 h 12116353"/>
              <a:gd name="connsiteX7" fmla="*/ 0 w 6853871"/>
              <a:gd name="connsiteY7" fmla="*/ 0 h 12116353"/>
              <a:gd name="connsiteX8" fmla="*/ 0 w 6853871"/>
              <a:gd name="connsiteY8" fmla="*/ 12116353 h 121163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53871" h="12116353">
                <a:moveTo>
                  <a:pt x="6853871" y="12116353"/>
                </a:moveTo>
                <a:lnTo>
                  <a:pt x="6853871" y="8014954"/>
                </a:lnTo>
                <a:lnTo>
                  <a:pt x="4141930" y="8014954"/>
                </a:lnTo>
                <a:lnTo>
                  <a:pt x="4141930" y="8014952"/>
                </a:lnTo>
                <a:lnTo>
                  <a:pt x="6853871" y="8014952"/>
                </a:lnTo>
                <a:lnTo>
                  <a:pt x="4141930" y="5293882"/>
                </a:lnTo>
                <a:lnTo>
                  <a:pt x="4141930" y="4141928"/>
                </a:lnTo>
                <a:lnTo>
                  <a:pt x="0" y="0"/>
                </a:lnTo>
                <a:lnTo>
                  <a:pt x="0" y="12116353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173E5F2D-1F8E-4DCC-857F-932C6C6539BB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ECB4C115-EFF9-405C-98BE-F4077B9730D0}"/>
              </a:ext>
            </a:extLst>
          </p:cNvPr>
          <p:cNvSpPr/>
          <p:nvPr userDrawn="1"/>
        </p:nvSpPr>
        <p:spPr>
          <a:xfrm>
            <a:off x="533399" y="914400"/>
            <a:ext cx="1944914" cy="1944914"/>
          </a:xfrm>
          <a:prstGeom prst="ellipse">
            <a:avLst/>
          </a:prstGeom>
          <a:solidFill>
            <a:schemeClr val="accent1">
              <a:lumMod val="50000"/>
            </a:schemeClr>
          </a:solidFill>
          <a:ln w="76200">
            <a:solidFill>
              <a:schemeClr val="accent1">
                <a:alpha val="5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C9A300DD-BB54-44ED-A7E4-01CD41EC930F}"/>
              </a:ext>
            </a:extLst>
          </p:cNvPr>
          <p:cNvSpPr txBox="1">
            <a:spLocks/>
          </p:cNvSpPr>
          <p:nvPr userDrawn="1"/>
        </p:nvSpPr>
        <p:spPr>
          <a:xfrm>
            <a:off x="956993" y="923305"/>
            <a:ext cx="1005115" cy="2859313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GB" sz="3600" b="0" i="0" kern="1200" dirty="0">
                <a:solidFill>
                  <a:schemeClr val="bg1"/>
                </a:solidFill>
                <a:latin typeface="Trebuchet MS" panose="020B0603020202020204" pitchFamily="34" charset="0"/>
                <a:ea typeface="+mj-ea"/>
                <a:cs typeface="+mj-cs"/>
              </a:defRPr>
            </a:lvl1pPr>
          </a:lstStyle>
          <a:p>
            <a:pPr algn="ctr"/>
            <a:r>
              <a:rPr lang="en-US" sz="18400" noProof="0" dirty="0">
                <a:solidFill>
                  <a:schemeClr val="accent1">
                    <a:lumMod val="60000"/>
                    <a:lumOff val="40000"/>
                  </a:schemeClr>
                </a:solidFill>
                <a:latin typeface="+mj-lt"/>
              </a:rPr>
              <a:t>“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374B20-3E42-44AF-BEF1-8AB33067395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3399" y="3200400"/>
            <a:ext cx="7551057" cy="2859313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lnSpc>
                <a:spcPct val="100000"/>
              </a:lnSpc>
              <a:defRPr lang="en-GB" sz="3200" b="0" i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Quote</a:t>
            </a:r>
          </a:p>
        </p:txBody>
      </p:sp>
      <p:sp>
        <p:nvSpPr>
          <p:cNvPr id="19" name="Slide Number Placeholder 4">
            <a:extLst>
              <a:ext uri="{FF2B5EF4-FFF2-40B4-BE49-F238E27FC236}">
                <a16:creationId xmlns:a16="http://schemas.microsoft.com/office/drawing/2014/main" id="{A4E6C1FF-5925-42B3-B7F9-0A0031BDAD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7531698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Text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03618670-D1E4-466C-BDB5-FC890AC3145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4500" y="1625385"/>
            <a:ext cx="6718300" cy="4093243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2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745748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8103E00-7E4A-44CD-81AC-06433CAE1110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0737049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8103E00-7E4A-44CD-81AC-06433CAE1110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7E0C167E-2626-40DB-AACF-D02543E29BB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409700" y="1749570"/>
            <a:ext cx="9372600" cy="3358860"/>
          </a:xfrm>
        </p:spPr>
        <p:txBody>
          <a:bodyPr anchor="ctr">
            <a:normAutofit/>
          </a:bodyPr>
          <a:lstStyle>
            <a:lvl1pPr marL="0" indent="0" algn="ctr">
              <a:buNone/>
              <a:defRPr sz="6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9047448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8103E00-7E4A-44CD-81AC-06433CAE1110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0103A49C-32FF-49E6-86F3-FC2E19517B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3365" y="1825625"/>
            <a:ext cx="11215235" cy="435133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367082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8103E00-7E4A-44CD-81AC-06433CAE1110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7FA80A70-18DE-4DB9-9982-BA75BE54CF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44500" y="1681163"/>
            <a:ext cx="5157787" cy="823912"/>
          </a:xfrm>
        </p:spPr>
        <p:txBody>
          <a:bodyPr anchor="t"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20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2801C0EF-C078-44B0-AD01-4850E9A65EE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00812" y="1681163"/>
            <a:ext cx="5157788" cy="823912"/>
          </a:xfrm>
        </p:spPr>
        <p:txBody>
          <a:bodyPr anchor="t"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20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7" name="Content Placeholder 3">
            <a:extLst>
              <a:ext uri="{FF2B5EF4-FFF2-40B4-BE49-F238E27FC236}">
                <a16:creationId xmlns:a16="http://schemas.microsoft.com/office/drawing/2014/main" id="{7C9DED91-45F6-4308-A085-1EFACA6468C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44500" y="2505075"/>
            <a:ext cx="5157787" cy="3684588"/>
          </a:xfrm>
        </p:spPr>
        <p:txBody>
          <a:bodyPr>
            <a:normAutofit/>
          </a:bodyPr>
          <a:lstStyle>
            <a:lvl1pPr>
              <a:defRPr sz="1800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200">
                <a:solidFill>
                  <a:schemeClr val="bg1"/>
                </a:solidFill>
              </a:defRPr>
            </a:lvl4pPr>
            <a:lvl5pPr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28" name="Content Placeholder 5">
            <a:extLst>
              <a:ext uri="{FF2B5EF4-FFF2-40B4-BE49-F238E27FC236}">
                <a16:creationId xmlns:a16="http://schemas.microsoft.com/office/drawing/2014/main" id="{0574B5E7-B666-439B-9278-67BE1EA6EBC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475412" y="2505075"/>
            <a:ext cx="5183188" cy="3684588"/>
          </a:xfrm>
        </p:spPr>
        <p:txBody>
          <a:bodyPr>
            <a:normAutofit/>
          </a:bodyPr>
          <a:lstStyle>
            <a:lvl1pPr>
              <a:defRPr sz="1800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200">
                <a:solidFill>
                  <a:schemeClr val="bg1"/>
                </a:solidFill>
              </a:defRPr>
            </a:lvl4pPr>
            <a:lvl5pPr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2191671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8103E00-7E4A-44CD-81AC-06433CAE1110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FE796BFF-6E5F-4DE7-B193-F501FC094D6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43365" y="1517715"/>
            <a:ext cx="5184437" cy="4659248"/>
          </a:xfrm>
        </p:spPr>
        <p:txBody>
          <a:bodyPr>
            <a:normAutofit/>
          </a:bodyPr>
          <a:lstStyle>
            <a:lvl1pPr marL="457200" indent="-457200"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</a:defRPr>
            </a:lvl1pPr>
            <a:lvl2pPr marL="800100" indent="-342900">
              <a:buFont typeface="Arial" panose="020B0604020202020204" pitchFamily="34" charset="0"/>
              <a:buChar char="•"/>
              <a:defRPr sz="1800">
                <a:solidFill>
                  <a:schemeClr val="bg1"/>
                </a:solidFill>
              </a:defRPr>
            </a:lvl2pPr>
            <a:lvl3pPr marL="1257300" indent="-342900"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</a:defRPr>
            </a:lvl3pPr>
            <a:lvl4pPr marL="1657350" indent="-285750">
              <a:buFont typeface="Arial" panose="020B0604020202020204" pitchFamily="34" charset="0"/>
              <a:buChar char="•"/>
              <a:defRPr sz="1400">
                <a:solidFill>
                  <a:schemeClr val="bg1"/>
                </a:solidFill>
              </a:defRPr>
            </a:lvl4pPr>
            <a:lvl5pPr marL="2114550" indent="-285750">
              <a:buFont typeface="Arial" panose="020B0604020202020204" pitchFamily="34" charset="0"/>
              <a:buChar char="•"/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21" name="Content Placeholder 3">
            <a:extLst>
              <a:ext uri="{FF2B5EF4-FFF2-40B4-BE49-F238E27FC236}">
                <a16:creationId xmlns:a16="http://schemas.microsoft.com/office/drawing/2014/main" id="{78622754-CA4D-4C27-A37F-B26E7B4C9CA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74163" y="1517715"/>
            <a:ext cx="5184437" cy="4659248"/>
          </a:xfrm>
        </p:spPr>
        <p:txBody>
          <a:bodyPr>
            <a:normAutofit/>
          </a:bodyPr>
          <a:lstStyle>
            <a:lvl1pPr>
              <a:defRPr sz="2000">
                <a:solidFill>
                  <a:schemeClr val="bg1"/>
                </a:solidFill>
              </a:defRPr>
            </a:lvl1pPr>
            <a:lvl2pPr>
              <a:defRPr sz="1800">
                <a:solidFill>
                  <a:schemeClr val="bg1"/>
                </a:solidFill>
              </a:defRPr>
            </a:lvl2pPr>
            <a:lvl3pPr>
              <a:defRPr sz="16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9995978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 Category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0" name="Picture Placeholder 8">
            <a:extLst>
              <a:ext uri="{FF2B5EF4-FFF2-40B4-BE49-F238E27FC236}">
                <a16:creationId xmlns:a16="http://schemas.microsoft.com/office/drawing/2014/main" id="{6D00E6B4-1CBE-404E-B943-5F1832320C1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78212" y="2096716"/>
            <a:ext cx="1259505" cy="1259505"/>
          </a:xfrm>
          <a:prstGeom prst="ellipse">
            <a:avLst/>
          </a:prstGeom>
          <a:pattFill prst="wdUpDiag">
            <a:fgClr>
              <a:srgbClr val="0C4360"/>
            </a:fgClr>
            <a:bgClr>
              <a:schemeClr val="accent1">
                <a:lumMod val="50000"/>
              </a:schemeClr>
            </a:bgClr>
          </a:pattFill>
          <a:ln w="38100">
            <a:solidFill>
              <a:schemeClr val="accent2"/>
            </a:solidFill>
          </a:ln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1" name="Picture Placeholder 8">
            <a:extLst>
              <a:ext uri="{FF2B5EF4-FFF2-40B4-BE49-F238E27FC236}">
                <a16:creationId xmlns:a16="http://schemas.microsoft.com/office/drawing/2014/main" id="{7CD59BFD-62BE-4E33-92A5-B84A2A9A8D3B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222230" y="2096716"/>
            <a:ext cx="1259505" cy="1259505"/>
          </a:xfrm>
          <a:prstGeom prst="ellipse">
            <a:avLst/>
          </a:prstGeom>
          <a:pattFill prst="wdUpDiag">
            <a:fgClr>
              <a:srgbClr val="0C4360"/>
            </a:fgClr>
            <a:bgClr>
              <a:schemeClr val="accent1">
                <a:lumMod val="50000"/>
              </a:schemeClr>
            </a:bgClr>
          </a:pattFill>
          <a:ln w="38100">
            <a:solidFill>
              <a:schemeClr val="accent2"/>
            </a:solidFill>
          </a:ln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2" name="Picture Placeholder 8">
            <a:extLst>
              <a:ext uri="{FF2B5EF4-FFF2-40B4-BE49-F238E27FC236}">
                <a16:creationId xmlns:a16="http://schemas.microsoft.com/office/drawing/2014/main" id="{60DC5978-55B8-421D-91B4-29F8210A7B2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466248" y="2096716"/>
            <a:ext cx="1259505" cy="1259505"/>
          </a:xfrm>
          <a:prstGeom prst="ellipse">
            <a:avLst/>
          </a:prstGeom>
          <a:pattFill prst="wdUpDiag">
            <a:fgClr>
              <a:srgbClr val="0C4360"/>
            </a:fgClr>
            <a:bgClr>
              <a:schemeClr val="accent1">
                <a:lumMod val="50000"/>
              </a:schemeClr>
            </a:bgClr>
          </a:pattFill>
          <a:ln w="38100">
            <a:solidFill>
              <a:schemeClr val="accent2"/>
            </a:solidFill>
          </a:ln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3" name="Picture Placeholder 8">
            <a:extLst>
              <a:ext uri="{FF2B5EF4-FFF2-40B4-BE49-F238E27FC236}">
                <a16:creationId xmlns:a16="http://schemas.microsoft.com/office/drawing/2014/main" id="{BE3FB8C3-2C7E-4C59-8BD5-53FA2772DB56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7710266" y="2096716"/>
            <a:ext cx="1259505" cy="1259505"/>
          </a:xfrm>
          <a:prstGeom prst="ellipse">
            <a:avLst/>
          </a:prstGeom>
          <a:pattFill prst="wdUpDiag">
            <a:fgClr>
              <a:srgbClr val="0C4360"/>
            </a:fgClr>
            <a:bgClr>
              <a:schemeClr val="accent1">
                <a:lumMod val="50000"/>
              </a:schemeClr>
            </a:bgClr>
          </a:pattFill>
          <a:ln w="38100">
            <a:solidFill>
              <a:schemeClr val="accent2"/>
            </a:solidFill>
          </a:ln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4" name="Picture Placeholder 8">
            <a:extLst>
              <a:ext uri="{FF2B5EF4-FFF2-40B4-BE49-F238E27FC236}">
                <a16:creationId xmlns:a16="http://schemas.microsoft.com/office/drawing/2014/main" id="{FD8FA9DA-C36B-4889-B88F-28B5829E53E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9954283" y="2096716"/>
            <a:ext cx="1259505" cy="1259505"/>
          </a:xfrm>
          <a:prstGeom prst="ellipse">
            <a:avLst/>
          </a:prstGeom>
          <a:pattFill prst="wdUpDiag">
            <a:fgClr>
              <a:srgbClr val="0C4360"/>
            </a:fgClr>
            <a:bgClr>
              <a:schemeClr val="accent1">
                <a:lumMod val="50000"/>
              </a:schemeClr>
            </a:bgClr>
          </a:pattFill>
          <a:ln w="38100">
            <a:solidFill>
              <a:schemeClr val="accent2"/>
            </a:solidFill>
          </a:ln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6" name="Text Placeholder 22">
            <a:extLst>
              <a:ext uri="{FF2B5EF4-FFF2-40B4-BE49-F238E27FC236}">
                <a16:creationId xmlns:a16="http://schemas.microsoft.com/office/drawing/2014/main" id="{2A19101D-7C37-42BF-8167-5391EA65EC3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19894" y="4240093"/>
            <a:ext cx="1776140" cy="1463040"/>
          </a:xfr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7" name="Text Placeholder 22">
            <a:extLst>
              <a:ext uri="{FF2B5EF4-FFF2-40B4-BE49-F238E27FC236}">
                <a16:creationId xmlns:a16="http://schemas.microsoft.com/office/drawing/2014/main" id="{05F72315-51A9-431C-B80A-45E4FB1D6BD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2963912" y="4240093"/>
            <a:ext cx="1776140" cy="1463040"/>
          </a:xfr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8" name="Text Placeholder 22">
            <a:extLst>
              <a:ext uri="{FF2B5EF4-FFF2-40B4-BE49-F238E27FC236}">
                <a16:creationId xmlns:a16="http://schemas.microsoft.com/office/drawing/2014/main" id="{883D1F0C-34F1-46E1-B178-E4AB82B14631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207930" y="4240093"/>
            <a:ext cx="1776140" cy="1463040"/>
          </a:xfr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9" name="Text Placeholder 22">
            <a:extLst>
              <a:ext uri="{FF2B5EF4-FFF2-40B4-BE49-F238E27FC236}">
                <a16:creationId xmlns:a16="http://schemas.microsoft.com/office/drawing/2014/main" id="{7202A849-DF14-40E7-B38D-1185F72603E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451948" y="4240093"/>
            <a:ext cx="1776140" cy="1463040"/>
          </a:xfr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0" name="Text Placeholder 22">
            <a:extLst>
              <a:ext uri="{FF2B5EF4-FFF2-40B4-BE49-F238E27FC236}">
                <a16:creationId xmlns:a16="http://schemas.microsoft.com/office/drawing/2014/main" id="{CCFC1ADF-AC11-4CCD-AC2D-478B6FFEA5EA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9695965" y="4240093"/>
            <a:ext cx="1776140" cy="1463040"/>
          </a:xfr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B4CB326-DA0E-488E-B236-7017E8438FBB}"/>
              </a:ext>
            </a:extLst>
          </p:cNvPr>
          <p:cNvCxnSpPr/>
          <p:nvPr userDrawn="1"/>
        </p:nvCxnSpPr>
        <p:spPr>
          <a:xfrm>
            <a:off x="1242354" y="3825022"/>
            <a:ext cx="731221" cy="0"/>
          </a:xfrm>
          <a:prstGeom prst="line">
            <a:avLst/>
          </a:prstGeom>
          <a:ln w="381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9366B533-7212-4A36-9CE2-D6302E721F8F}"/>
              </a:ext>
            </a:extLst>
          </p:cNvPr>
          <p:cNvCxnSpPr/>
          <p:nvPr userDrawn="1"/>
        </p:nvCxnSpPr>
        <p:spPr>
          <a:xfrm>
            <a:off x="3486372" y="3825022"/>
            <a:ext cx="731221" cy="0"/>
          </a:xfrm>
          <a:prstGeom prst="line">
            <a:avLst/>
          </a:prstGeom>
          <a:ln w="381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AD7474CD-E230-4E14-8274-5E20F673F401}"/>
              </a:ext>
            </a:extLst>
          </p:cNvPr>
          <p:cNvCxnSpPr/>
          <p:nvPr userDrawn="1"/>
        </p:nvCxnSpPr>
        <p:spPr>
          <a:xfrm>
            <a:off x="5730390" y="3825022"/>
            <a:ext cx="731221" cy="0"/>
          </a:xfrm>
          <a:prstGeom prst="line">
            <a:avLst/>
          </a:prstGeom>
          <a:ln w="381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6BF71FCE-6F39-4D2F-82BE-7D9F1D2ED59F}"/>
              </a:ext>
            </a:extLst>
          </p:cNvPr>
          <p:cNvCxnSpPr/>
          <p:nvPr userDrawn="1"/>
        </p:nvCxnSpPr>
        <p:spPr>
          <a:xfrm>
            <a:off x="7974408" y="3825022"/>
            <a:ext cx="731221" cy="0"/>
          </a:xfrm>
          <a:prstGeom prst="line">
            <a:avLst/>
          </a:prstGeom>
          <a:ln w="381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AE97AC7A-17D9-4F42-9DD0-94FE4FC6BF19}"/>
              </a:ext>
            </a:extLst>
          </p:cNvPr>
          <p:cNvCxnSpPr/>
          <p:nvPr userDrawn="1"/>
        </p:nvCxnSpPr>
        <p:spPr>
          <a:xfrm>
            <a:off x="10218425" y="3825022"/>
            <a:ext cx="731221" cy="0"/>
          </a:xfrm>
          <a:prstGeom prst="line">
            <a:avLst/>
          </a:prstGeom>
          <a:ln w="381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62EEBF51-DCAD-4335-85E9-52801031A1BF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7626637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+ 3 Sectio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6" name="Text Placeholder 22">
            <a:extLst>
              <a:ext uri="{FF2B5EF4-FFF2-40B4-BE49-F238E27FC236}">
                <a16:creationId xmlns:a16="http://schemas.microsoft.com/office/drawing/2014/main" id="{2A19101D-7C37-42BF-8167-5391EA65EC3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42094" y="4240093"/>
            <a:ext cx="3293306" cy="1463040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62EEBF51-DCAD-4335-85E9-52801031A1BF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231B97CF-FD24-4932-8459-893B1AC73D33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-2" y="1352575"/>
            <a:ext cx="12192002" cy="2289897"/>
          </a:xfrm>
        </p:spPr>
        <p:txBody>
          <a:bodyPr anchor="ctr">
            <a:normAutofit/>
          </a:bodyPr>
          <a:lstStyle>
            <a:lvl1pPr marL="0" indent="0" algn="ctr">
              <a:buNone/>
              <a:defRPr sz="1400">
                <a:solidFill>
                  <a:schemeClr val="accent2"/>
                </a:solidFill>
                <a:latin typeface="Trade Gothic LT Pro" panose="020B0503040303020004" pitchFamily="34" charset="0"/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36" name="Text Placeholder 22">
            <a:extLst>
              <a:ext uri="{FF2B5EF4-FFF2-40B4-BE49-F238E27FC236}">
                <a16:creationId xmlns:a16="http://schemas.microsoft.com/office/drawing/2014/main" id="{642D3CE0-C3B4-4F3F-A650-AB452B3AD4BA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4444169" y="4240093"/>
            <a:ext cx="3293306" cy="1463040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7" name="Text Placeholder 22">
            <a:extLst>
              <a:ext uri="{FF2B5EF4-FFF2-40B4-BE49-F238E27FC236}">
                <a16:creationId xmlns:a16="http://schemas.microsoft.com/office/drawing/2014/main" id="{DBED2BB0-CDAD-40EE-8B35-C66DF45EE29D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346244" y="4240093"/>
            <a:ext cx="3293306" cy="1463040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4474571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+ Text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6" name="Text Placeholder 22">
            <a:extLst>
              <a:ext uri="{FF2B5EF4-FFF2-40B4-BE49-F238E27FC236}">
                <a16:creationId xmlns:a16="http://schemas.microsoft.com/office/drawing/2014/main" id="{2A19101D-7C37-42BF-8167-5391EA65EC3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42094" y="4240093"/>
            <a:ext cx="9402006" cy="1463040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62EEBF51-DCAD-4335-85E9-52801031A1BF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231B97CF-FD24-4932-8459-893B1AC73D33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-2" y="1352575"/>
            <a:ext cx="12192002" cy="2289897"/>
          </a:xfrm>
        </p:spPr>
        <p:txBody>
          <a:bodyPr anchor="ctr">
            <a:normAutofit/>
          </a:bodyPr>
          <a:lstStyle>
            <a:lvl1pPr marL="0" indent="0" algn="ctr">
              <a:buNone/>
              <a:defRPr sz="1400">
                <a:solidFill>
                  <a:schemeClr val="accent2"/>
                </a:solidFill>
                <a:latin typeface="Trade Gothic LT Pro" panose="020B0503040303020004" pitchFamily="34" charset="0"/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</p:spTree>
    <p:extLst>
      <p:ext uri="{BB962C8B-B14F-4D97-AF65-F5344CB8AC3E}">
        <p14:creationId xmlns:p14="http://schemas.microsoft.com/office/powerpoint/2010/main" val="248682677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62EEBF51-DCAD-4335-85E9-52801031A1BF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0" name="Picture Placeholder 2">
            <a:extLst>
              <a:ext uri="{FF2B5EF4-FFF2-40B4-BE49-F238E27FC236}">
                <a16:creationId xmlns:a16="http://schemas.microsoft.com/office/drawing/2014/main" id="{30B3A574-7940-4E35-857E-5CA35A5910E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110087" y="1444649"/>
            <a:ext cx="7548513" cy="4579079"/>
          </a:xfrm>
        </p:spPr>
        <p:txBody>
          <a:bodyPr>
            <a:normAutofit/>
          </a:bodyPr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912B51EA-3E6F-4BF6-BE48-62128AF32B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43366" y="1444649"/>
            <a:ext cx="3365063" cy="4579079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4065017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62EEBF51-DCAD-4335-85E9-52801031A1BF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912B51EA-3E6F-4BF6-BE48-62128AF32B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43366" y="1444649"/>
            <a:ext cx="3365063" cy="4579079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2" name="Content Placeholder 2">
            <a:extLst>
              <a:ext uri="{FF2B5EF4-FFF2-40B4-BE49-F238E27FC236}">
                <a16:creationId xmlns:a16="http://schemas.microsoft.com/office/drawing/2014/main" id="{A015C605-1D30-48BC-A0D6-3B11AF56CC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64290" y="1444649"/>
            <a:ext cx="7694310" cy="4579079"/>
          </a:xfrm>
        </p:spPr>
        <p:txBody>
          <a:bodyPr>
            <a:normAutofit/>
          </a:bodyPr>
          <a:lstStyle>
            <a:lvl1pPr>
              <a:defRPr sz="2400">
                <a:solidFill>
                  <a:schemeClr val="bg1"/>
                </a:solidFill>
              </a:defRPr>
            </a:lvl1pPr>
            <a:lvl2pPr>
              <a:defRPr sz="2000">
                <a:solidFill>
                  <a:schemeClr val="bg1"/>
                </a:solidFill>
              </a:defRPr>
            </a:lvl2pPr>
            <a:lvl3pPr>
              <a:defRPr sz="1800">
                <a:solidFill>
                  <a:schemeClr val="bg1"/>
                </a:solidFill>
              </a:defRPr>
            </a:lvl3pPr>
            <a:lvl4pPr>
              <a:defRPr sz="1600">
                <a:solidFill>
                  <a:schemeClr val="bg1"/>
                </a:solidFill>
              </a:defRPr>
            </a:lvl4pPr>
            <a:lvl5pPr>
              <a:defRPr sz="1600">
                <a:solidFill>
                  <a:schemeClr val="bg1"/>
                </a:solidFill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21298954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D4494CD2-CCDD-0248-96F8-741002C44255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9" name="Freeform: Shape 9">
            <a:extLst>
              <a:ext uri="{FF2B5EF4-FFF2-40B4-BE49-F238E27FC236}">
                <a16:creationId xmlns:a16="http://schemas.microsoft.com/office/drawing/2014/main" id="{07077B00-C1EE-7241-B441-7814F92A7EDF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20" name="Freeform: Shape 17">
            <a:extLst>
              <a:ext uri="{FF2B5EF4-FFF2-40B4-BE49-F238E27FC236}">
                <a16:creationId xmlns:a16="http://schemas.microsoft.com/office/drawing/2014/main" id="{3A1AEBC4-637E-F64C-9192-69AC4BB26D0C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21" name="Freeform: Shape 11">
            <a:extLst>
              <a:ext uri="{FF2B5EF4-FFF2-40B4-BE49-F238E27FC236}">
                <a16:creationId xmlns:a16="http://schemas.microsoft.com/office/drawing/2014/main" id="{669A7039-C54C-8E46-9A8B-DDB2547D989C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2" name="Freeform: Shape 7">
            <a:extLst>
              <a:ext uri="{FF2B5EF4-FFF2-40B4-BE49-F238E27FC236}">
                <a16:creationId xmlns:a16="http://schemas.microsoft.com/office/drawing/2014/main" id="{4F173B32-87BB-9A40-8C91-4C1EED2B7ABF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4AC87F4E-12B5-1B42-AFD2-4DB39B7645C9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25" name="Freeform: Shape 15">
              <a:extLst>
                <a:ext uri="{FF2B5EF4-FFF2-40B4-BE49-F238E27FC236}">
                  <a16:creationId xmlns:a16="http://schemas.microsoft.com/office/drawing/2014/main" id="{03DD8765-59DF-A045-ADB5-E39FAEE153A0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26" name="Freeform: Shape 16">
              <a:extLst>
                <a:ext uri="{FF2B5EF4-FFF2-40B4-BE49-F238E27FC236}">
                  <a16:creationId xmlns:a16="http://schemas.microsoft.com/office/drawing/2014/main" id="{B34B796C-A407-7B4D-B4F0-E58A44FE8DB4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30" name="Freeform: Shape 23">
            <a:extLst>
              <a:ext uri="{FF2B5EF4-FFF2-40B4-BE49-F238E27FC236}">
                <a16:creationId xmlns:a16="http://schemas.microsoft.com/office/drawing/2014/main" id="{CBE3FDC9-67CB-FA42-B127-A36BFF4678BB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1" name="Slide Number Placeholder 4">
            <a:extLst>
              <a:ext uri="{FF2B5EF4-FFF2-40B4-BE49-F238E27FC236}">
                <a16:creationId xmlns:a16="http://schemas.microsoft.com/office/drawing/2014/main" id="{1E902BFF-CA8F-D745-A819-A7BB38B30E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67230474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6E739168-A5E8-443A-B392-7AD4CF8977A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41E10E1E-5268-4F03-BA64-07E19DE26739}"/>
              </a:ext>
            </a:extLst>
          </p:cNvPr>
          <p:cNvSpPr/>
          <p:nvPr/>
        </p:nvSpPr>
        <p:spPr>
          <a:xfrm flipH="1">
            <a:off x="-16297" y="0"/>
            <a:ext cx="12208298" cy="6858000"/>
          </a:xfrm>
          <a:custGeom>
            <a:avLst/>
            <a:gdLst>
              <a:gd name="connsiteX0" fmla="*/ 8574289 w 12208298"/>
              <a:gd name="connsiteY0" fmla="*/ 0 h 6858000"/>
              <a:gd name="connsiteX1" fmla="*/ 0 w 12208298"/>
              <a:gd name="connsiteY1" fmla="*/ 0 h 6858000"/>
              <a:gd name="connsiteX2" fmla="*/ 0 w 12208298"/>
              <a:gd name="connsiteY2" fmla="*/ 6858000 h 6858000"/>
              <a:gd name="connsiteX3" fmla="*/ 532109 w 12208298"/>
              <a:gd name="connsiteY3" fmla="*/ 6858000 h 6858000"/>
              <a:gd name="connsiteX4" fmla="*/ 11495317 w 12208298"/>
              <a:gd name="connsiteY4" fmla="*/ 6858000 h 6858000"/>
              <a:gd name="connsiteX5" fmla="*/ 12208298 w 12208298"/>
              <a:gd name="connsiteY5" fmla="*/ 6858000 h 6858000"/>
              <a:gd name="connsiteX6" fmla="*/ 12208298 w 12208298"/>
              <a:gd name="connsiteY6" fmla="*/ 3146781 h 6858000"/>
              <a:gd name="connsiteX7" fmla="*/ 10353284 w 12208298"/>
              <a:gd name="connsiteY7" fmla="*/ 1291767 h 6858000"/>
              <a:gd name="connsiteX8" fmla="*/ 9866056 w 12208298"/>
              <a:gd name="connsiteY8" fmla="*/ 129176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208298" h="6858000">
                <a:moveTo>
                  <a:pt x="8574289" y="0"/>
                </a:moveTo>
                <a:lnTo>
                  <a:pt x="0" y="0"/>
                </a:lnTo>
                <a:lnTo>
                  <a:pt x="0" y="6858000"/>
                </a:lnTo>
                <a:lnTo>
                  <a:pt x="532109" y="6858000"/>
                </a:lnTo>
                <a:lnTo>
                  <a:pt x="11495317" y="6858000"/>
                </a:lnTo>
                <a:lnTo>
                  <a:pt x="12208298" y="6858000"/>
                </a:lnTo>
                <a:lnTo>
                  <a:pt x="12208298" y="3146781"/>
                </a:lnTo>
                <a:lnTo>
                  <a:pt x="10353284" y="1291767"/>
                </a:lnTo>
                <a:lnTo>
                  <a:pt x="9866056" y="1291767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B989C45D-BDFF-418F-BE79-03FF70015770}"/>
              </a:ext>
            </a:extLst>
          </p:cNvPr>
          <p:cNvSpPr/>
          <p:nvPr/>
        </p:nvSpPr>
        <p:spPr>
          <a:xfrm rot="5400000" flipH="1" flipV="1">
            <a:off x="2667000" y="-2667001"/>
            <a:ext cx="6858000" cy="12192002"/>
          </a:xfrm>
          <a:custGeom>
            <a:avLst/>
            <a:gdLst>
              <a:gd name="connsiteX0" fmla="*/ 6858000 w 6858000"/>
              <a:gd name="connsiteY0" fmla="*/ 3871658 h 12192002"/>
              <a:gd name="connsiteX1" fmla="*/ 6858000 w 6858000"/>
              <a:gd name="connsiteY1" fmla="*/ 12192002 h 12192002"/>
              <a:gd name="connsiteX2" fmla="*/ 5363029 w 6858000"/>
              <a:gd name="connsiteY2" fmla="*/ 12192002 h 12192002"/>
              <a:gd name="connsiteX3" fmla="*/ 5363029 w 6858000"/>
              <a:gd name="connsiteY3" fmla="*/ 12192000 h 12192002"/>
              <a:gd name="connsiteX4" fmla="*/ 0 w 6858000"/>
              <a:gd name="connsiteY4" fmla="*/ 12192000 h 12192002"/>
              <a:gd name="connsiteX5" fmla="*/ 0 w 6858000"/>
              <a:gd name="connsiteY5" fmla="*/ 0 h 12192002"/>
              <a:gd name="connsiteX6" fmla="*/ 3539398 w 6858000"/>
              <a:gd name="connsiteY6" fmla="*/ 0 h 12192002"/>
              <a:gd name="connsiteX7" fmla="*/ 5566229 w 6858000"/>
              <a:gd name="connsiteY7" fmla="*/ 2026831 h 12192002"/>
              <a:gd name="connsiteX8" fmla="*/ 5566229 w 6858000"/>
              <a:gd name="connsiteY8" fmla="*/ 2575538 h 12192002"/>
              <a:gd name="connsiteX9" fmla="*/ 6858000 w 6858000"/>
              <a:gd name="connsiteY9" fmla="*/ 3871657 h 12192002"/>
              <a:gd name="connsiteX10" fmla="*/ 5566229 w 6858000"/>
              <a:gd name="connsiteY10" fmla="*/ 3871657 h 12192002"/>
              <a:gd name="connsiteX11" fmla="*/ 5566229 w 6858000"/>
              <a:gd name="connsiteY11" fmla="*/ 3871658 h 12192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858000" h="12192002">
                <a:moveTo>
                  <a:pt x="6858000" y="3871658"/>
                </a:moveTo>
                <a:lnTo>
                  <a:pt x="6858000" y="12192002"/>
                </a:lnTo>
                <a:lnTo>
                  <a:pt x="5363029" y="12192002"/>
                </a:lnTo>
                <a:lnTo>
                  <a:pt x="5363029" y="12192000"/>
                </a:lnTo>
                <a:lnTo>
                  <a:pt x="0" y="12192000"/>
                </a:lnTo>
                <a:lnTo>
                  <a:pt x="0" y="0"/>
                </a:lnTo>
                <a:lnTo>
                  <a:pt x="3539398" y="0"/>
                </a:lnTo>
                <a:lnTo>
                  <a:pt x="5566229" y="2026831"/>
                </a:lnTo>
                <a:lnTo>
                  <a:pt x="5566229" y="2575538"/>
                </a:lnTo>
                <a:lnTo>
                  <a:pt x="6858000" y="3871657"/>
                </a:lnTo>
                <a:lnTo>
                  <a:pt x="5566229" y="3871657"/>
                </a:lnTo>
                <a:lnTo>
                  <a:pt x="5566229" y="3871658"/>
                </a:lnTo>
                <a:close/>
              </a:path>
            </a:pathLst>
          </a:custGeom>
          <a:pattFill prst="wdDnDiag">
            <a:fgClr>
              <a:schemeClr val="accent1"/>
            </a:fgClr>
            <a:bgClr>
              <a:schemeClr val="accent2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0027A677-9ACB-4264-B148-4806678FB83F}"/>
              </a:ext>
            </a:extLst>
          </p:cNvPr>
          <p:cNvSpPr/>
          <p:nvPr/>
        </p:nvSpPr>
        <p:spPr>
          <a:xfrm rot="5400000" flipH="1" flipV="1">
            <a:off x="2667000" y="-2667001"/>
            <a:ext cx="6858000" cy="12192002"/>
          </a:xfrm>
          <a:custGeom>
            <a:avLst/>
            <a:gdLst>
              <a:gd name="connsiteX0" fmla="*/ 6858000 w 6858000"/>
              <a:gd name="connsiteY0" fmla="*/ 3871658 h 12192002"/>
              <a:gd name="connsiteX1" fmla="*/ 6858000 w 6858000"/>
              <a:gd name="connsiteY1" fmla="*/ 12192002 h 12192002"/>
              <a:gd name="connsiteX2" fmla="*/ 5363029 w 6858000"/>
              <a:gd name="connsiteY2" fmla="*/ 12192002 h 12192002"/>
              <a:gd name="connsiteX3" fmla="*/ 5363029 w 6858000"/>
              <a:gd name="connsiteY3" fmla="*/ 12192000 h 12192002"/>
              <a:gd name="connsiteX4" fmla="*/ 0 w 6858000"/>
              <a:gd name="connsiteY4" fmla="*/ 12192000 h 12192002"/>
              <a:gd name="connsiteX5" fmla="*/ 0 w 6858000"/>
              <a:gd name="connsiteY5" fmla="*/ 0 h 12192002"/>
              <a:gd name="connsiteX6" fmla="*/ 3539398 w 6858000"/>
              <a:gd name="connsiteY6" fmla="*/ 0 h 12192002"/>
              <a:gd name="connsiteX7" fmla="*/ 5566229 w 6858000"/>
              <a:gd name="connsiteY7" fmla="*/ 2026831 h 12192002"/>
              <a:gd name="connsiteX8" fmla="*/ 5566229 w 6858000"/>
              <a:gd name="connsiteY8" fmla="*/ 2575538 h 12192002"/>
              <a:gd name="connsiteX9" fmla="*/ 6858000 w 6858000"/>
              <a:gd name="connsiteY9" fmla="*/ 3871657 h 12192002"/>
              <a:gd name="connsiteX10" fmla="*/ 5566229 w 6858000"/>
              <a:gd name="connsiteY10" fmla="*/ 3871657 h 12192002"/>
              <a:gd name="connsiteX11" fmla="*/ 5566229 w 6858000"/>
              <a:gd name="connsiteY11" fmla="*/ 3871658 h 12192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858000" h="12192002">
                <a:moveTo>
                  <a:pt x="6858000" y="3871658"/>
                </a:moveTo>
                <a:lnTo>
                  <a:pt x="6858000" y="12192002"/>
                </a:lnTo>
                <a:lnTo>
                  <a:pt x="5363029" y="12192002"/>
                </a:lnTo>
                <a:lnTo>
                  <a:pt x="5363029" y="12192000"/>
                </a:lnTo>
                <a:lnTo>
                  <a:pt x="0" y="12192000"/>
                </a:lnTo>
                <a:lnTo>
                  <a:pt x="0" y="0"/>
                </a:lnTo>
                <a:lnTo>
                  <a:pt x="3539398" y="0"/>
                </a:lnTo>
                <a:lnTo>
                  <a:pt x="5566229" y="2026831"/>
                </a:lnTo>
                <a:lnTo>
                  <a:pt x="5566229" y="2575538"/>
                </a:lnTo>
                <a:lnTo>
                  <a:pt x="6858000" y="3871657"/>
                </a:lnTo>
                <a:lnTo>
                  <a:pt x="5566229" y="3871657"/>
                </a:lnTo>
                <a:lnTo>
                  <a:pt x="5566229" y="3871658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EA7FF9D7-8545-4547-AC77-A0421EEB9B99}"/>
              </a:ext>
            </a:extLst>
          </p:cNvPr>
          <p:cNvGrpSpPr/>
          <p:nvPr userDrawn="1"/>
        </p:nvGrpSpPr>
        <p:grpSpPr>
          <a:xfrm>
            <a:off x="0" y="0"/>
            <a:ext cx="6881966" cy="6858876"/>
            <a:chOff x="-5321" y="1096"/>
            <a:chExt cx="5924073" cy="5904197"/>
          </a:xfrm>
        </p:grpSpPr>
        <p:sp>
          <p:nvSpPr>
            <p:cNvPr id="17" name="Right Triangle 16">
              <a:extLst>
                <a:ext uri="{FF2B5EF4-FFF2-40B4-BE49-F238E27FC236}">
                  <a16:creationId xmlns:a16="http://schemas.microsoft.com/office/drawing/2014/main" id="{8DCD5806-2A2F-4ABF-8057-245681C498E6}"/>
                </a:ext>
              </a:extLst>
            </p:cNvPr>
            <p:cNvSpPr/>
            <p:nvPr userDrawn="1"/>
          </p:nvSpPr>
          <p:spPr>
            <a:xfrm rot="16200000" flipH="1" flipV="1">
              <a:off x="4618" y="-8842"/>
              <a:ext cx="5904196" cy="5924073"/>
            </a:xfrm>
            <a:prstGeom prst="rtTriangle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8" name="Right Triangle 17">
              <a:extLst>
                <a:ext uri="{FF2B5EF4-FFF2-40B4-BE49-F238E27FC236}">
                  <a16:creationId xmlns:a16="http://schemas.microsoft.com/office/drawing/2014/main" id="{3A93038F-E9E4-4FFD-B3DF-28DB7C2C1490}"/>
                </a:ext>
              </a:extLst>
            </p:cNvPr>
            <p:cNvSpPr/>
            <p:nvPr userDrawn="1"/>
          </p:nvSpPr>
          <p:spPr>
            <a:xfrm rot="16200000" flipH="1" flipV="1">
              <a:off x="3941" y="-8164"/>
              <a:ext cx="5501471" cy="5519993"/>
            </a:xfrm>
            <a:prstGeom prst="rtTriangle">
              <a:avLst/>
            </a:prstGeom>
            <a:pattFill prst="dkHorz">
              <a:fgClr>
                <a:schemeClr val="accent1"/>
              </a:fgClr>
              <a:bgClr>
                <a:schemeClr val="accent2"/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9" name="Right Triangle 18">
              <a:extLst>
                <a:ext uri="{FF2B5EF4-FFF2-40B4-BE49-F238E27FC236}">
                  <a16:creationId xmlns:a16="http://schemas.microsoft.com/office/drawing/2014/main" id="{5DEA1E02-BBD0-4AE3-AF22-433B90272178}"/>
                </a:ext>
              </a:extLst>
            </p:cNvPr>
            <p:cNvSpPr/>
            <p:nvPr userDrawn="1"/>
          </p:nvSpPr>
          <p:spPr>
            <a:xfrm rot="16200000" flipH="1" flipV="1">
              <a:off x="3131" y="-7355"/>
              <a:ext cx="5019818" cy="5036720"/>
            </a:xfrm>
            <a:prstGeom prst="rtTriangle">
              <a:avLst/>
            </a:prstGeom>
            <a:solidFill>
              <a:schemeClr val="accent2">
                <a:alpha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9E597736-C478-4C26-9BAF-205FE31E977C}"/>
              </a:ext>
            </a:extLst>
          </p:cNvPr>
          <p:cNvSpPr>
            <a:spLocks noGrp="1"/>
          </p:cNvSpPr>
          <p:nvPr userDrawn="1">
            <p:ph type="ctrTitle" hasCustomPrompt="1"/>
          </p:nvPr>
        </p:nvSpPr>
        <p:spPr>
          <a:xfrm>
            <a:off x="5217242" y="2807208"/>
            <a:ext cx="4945598" cy="1243584"/>
          </a:xfrm>
        </p:spPr>
        <p:txBody>
          <a:bodyPr vert="horz" lIns="91440" tIns="45720" rIns="91440" bIns="45720" rtlCol="0" anchor="ctr">
            <a:noAutofit/>
          </a:bodyPr>
          <a:lstStyle>
            <a:lvl1pPr>
              <a:defRPr lang="en-GB" sz="5400" b="1" dirty="0">
                <a:solidFill>
                  <a:schemeClr val="bg1"/>
                </a:solidFill>
                <a:latin typeface="+mj-lt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 noProof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23638614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6E739168-A5E8-443A-B392-7AD4CF8977A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41E10E1E-5268-4F03-BA64-07E19DE26739}"/>
              </a:ext>
            </a:extLst>
          </p:cNvPr>
          <p:cNvSpPr/>
          <p:nvPr/>
        </p:nvSpPr>
        <p:spPr>
          <a:xfrm flipH="1">
            <a:off x="-16297" y="0"/>
            <a:ext cx="12208298" cy="6858000"/>
          </a:xfrm>
          <a:custGeom>
            <a:avLst/>
            <a:gdLst>
              <a:gd name="connsiteX0" fmla="*/ 8574289 w 12208298"/>
              <a:gd name="connsiteY0" fmla="*/ 0 h 6858000"/>
              <a:gd name="connsiteX1" fmla="*/ 0 w 12208298"/>
              <a:gd name="connsiteY1" fmla="*/ 0 h 6858000"/>
              <a:gd name="connsiteX2" fmla="*/ 0 w 12208298"/>
              <a:gd name="connsiteY2" fmla="*/ 6858000 h 6858000"/>
              <a:gd name="connsiteX3" fmla="*/ 532109 w 12208298"/>
              <a:gd name="connsiteY3" fmla="*/ 6858000 h 6858000"/>
              <a:gd name="connsiteX4" fmla="*/ 11495317 w 12208298"/>
              <a:gd name="connsiteY4" fmla="*/ 6858000 h 6858000"/>
              <a:gd name="connsiteX5" fmla="*/ 12208298 w 12208298"/>
              <a:gd name="connsiteY5" fmla="*/ 6858000 h 6858000"/>
              <a:gd name="connsiteX6" fmla="*/ 12208298 w 12208298"/>
              <a:gd name="connsiteY6" fmla="*/ 3146781 h 6858000"/>
              <a:gd name="connsiteX7" fmla="*/ 10353284 w 12208298"/>
              <a:gd name="connsiteY7" fmla="*/ 1291767 h 6858000"/>
              <a:gd name="connsiteX8" fmla="*/ 9866056 w 12208298"/>
              <a:gd name="connsiteY8" fmla="*/ 129176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208298" h="6858000">
                <a:moveTo>
                  <a:pt x="8574289" y="0"/>
                </a:moveTo>
                <a:lnTo>
                  <a:pt x="0" y="0"/>
                </a:lnTo>
                <a:lnTo>
                  <a:pt x="0" y="6858000"/>
                </a:lnTo>
                <a:lnTo>
                  <a:pt x="532109" y="6858000"/>
                </a:lnTo>
                <a:lnTo>
                  <a:pt x="11495317" y="6858000"/>
                </a:lnTo>
                <a:lnTo>
                  <a:pt x="12208298" y="6858000"/>
                </a:lnTo>
                <a:lnTo>
                  <a:pt x="12208298" y="3146781"/>
                </a:lnTo>
                <a:lnTo>
                  <a:pt x="10353284" y="1291767"/>
                </a:lnTo>
                <a:lnTo>
                  <a:pt x="9866056" y="1291767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B989C45D-BDFF-418F-BE79-03FF70015770}"/>
              </a:ext>
            </a:extLst>
          </p:cNvPr>
          <p:cNvSpPr/>
          <p:nvPr/>
        </p:nvSpPr>
        <p:spPr>
          <a:xfrm rot="5400000" flipH="1" flipV="1">
            <a:off x="2667000" y="-2667001"/>
            <a:ext cx="6858000" cy="12192002"/>
          </a:xfrm>
          <a:custGeom>
            <a:avLst/>
            <a:gdLst>
              <a:gd name="connsiteX0" fmla="*/ 6858000 w 6858000"/>
              <a:gd name="connsiteY0" fmla="*/ 3871658 h 12192002"/>
              <a:gd name="connsiteX1" fmla="*/ 6858000 w 6858000"/>
              <a:gd name="connsiteY1" fmla="*/ 12192002 h 12192002"/>
              <a:gd name="connsiteX2" fmla="*/ 5363029 w 6858000"/>
              <a:gd name="connsiteY2" fmla="*/ 12192002 h 12192002"/>
              <a:gd name="connsiteX3" fmla="*/ 5363029 w 6858000"/>
              <a:gd name="connsiteY3" fmla="*/ 12192000 h 12192002"/>
              <a:gd name="connsiteX4" fmla="*/ 0 w 6858000"/>
              <a:gd name="connsiteY4" fmla="*/ 12192000 h 12192002"/>
              <a:gd name="connsiteX5" fmla="*/ 0 w 6858000"/>
              <a:gd name="connsiteY5" fmla="*/ 0 h 12192002"/>
              <a:gd name="connsiteX6" fmla="*/ 3539398 w 6858000"/>
              <a:gd name="connsiteY6" fmla="*/ 0 h 12192002"/>
              <a:gd name="connsiteX7" fmla="*/ 5566229 w 6858000"/>
              <a:gd name="connsiteY7" fmla="*/ 2026831 h 12192002"/>
              <a:gd name="connsiteX8" fmla="*/ 5566229 w 6858000"/>
              <a:gd name="connsiteY8" fmla="*/ 2575538 h 12192002"/>
              <a:gd name="connsiteX9" fmla="*/ 6858000 w 6858000"/>
              <a:gd name="connsiteY9" fmla="*/ 3871657 h 12192002"/>
              <a:gd name="connsiteX10" fmla="*/ 5566229 w 6858000"/>
              <a:gd name="connsiteY10" fmla="*/ 3871657 h 12192002"/>
              <a:gd name="connsiteX11" fmla="*/ 5566229 w 6858000"/>
              <a:gd name="connsiteY11" fmla="*/ 3871658 h 12192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858000" h="12192002">
                <a:moveTo>
                  <a:pt x="6858000" y="3871658"/>
                </a:moveTo>
                <a:lnTo>
                  <a:pt x="6858000" y="12192002"/>
                </a:lnTo>
                <a:lnTo>
                  <a:pt x="5363029" y="12192002"/>
                </a:lnTo>
                <a:lnTo>
                  <a:pt x="5363029" y="12192000"/>
                </a:lnTo>
                <a:lnTo>
                  <a:pt x="0" y="12192000"/>
                </a:lnTo>
                <a:lnTo>
                  <a:pt x="0" y="0"/>
                </a:lnTo>
                <a:lnTo>
                  <a:pt x="3539398" y="0"/>
                </a:lnTo>
                <a:lnTo>
                  <a:pt x="5566229" y="2026831"/>
                </a:lnTo>
                <a:lnTo>
                  <a:pt x="5566229" y="2575538"/>
                </a:lnTo>
                <a:lnTo>
                  <a:pt x="6858000" y="3871657"/>
                </a:lnTo>
                <a:lnTo>
                  <a:pt x="5566229" y="3871657"/>
                </a:lnTo>
                <a:lnTo>
                  <a:pt x="5566229" y="3871658"/>
                </a:lnTo>
                <a:close/>
              </a:path>
            </a:pathLst>
          </a:custGeom>
          <a:pattFill prst="wdDnDiag">
            <a:fgClr>
              <a:schemeClr val="accent1"/>
            </a:fgClr>
            <a:bgClr>
              <a:schemeClr val="accent2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0027A677-9ACB-4264-B148-4806678FB83F}"/>
              </a:ext>
            </a:extLst>
          </p:cNvPr>
          <p:cNvSpPr/>
          <p:nvPr/>
        </p:nvSpPr>
        <p:spPr>
          <a:xfrm rot="5400000" flipH="1" flipV="1">
            <a:off x="2667000" y="-2667001"/>
            <a:ext cx="6858000" cy="12192002"/>
          </a:xfrm>
          <a:custGeom>
            <a:avLst/>
            <a:gdLst>
              <a:gd name="connsiteX0" fmla="*/ 6858000 w 6858000"/>
              <a:gd name="connsiteY0" fmla="*/ 3871658 h 12192002"/>
              <a:gd name="connsiteX1" fmla="*/ 6858000 w 6858000"/>
              <a:gd name="connsiteY1" fmla="*/ 12192002 h 12192002"/>
              <a:gd name="connsiteX2" fmla="*/ 5363029 w 6858000"/>
              <a:gd name="connsiteY2" fmla="*/ 12192002 h 12192002"/>
              <a:gd name="connsiteX3" fmla="*/ 5363029 w 6858000"/>
              <a:gd name="connsiteY3" fmla="*/ 12192000 h 12192002"/>
              <a:gd name="connsiteX4" fmla="*/ 0 w 6858000"/>
              <a:gd name="connsiteY4" fmla="*/ 12192000 h 12192002"/>
              <a:gd name="connsiteX5" fmla="*/ 0 w 6858000"/>
              <a:gd name="connsiteY5" fmla="*/ 0 h 12192002"/>
              <a:gd name="connsiteX6" fmla="*/ 3539398 w 6858000"/>
              <a:gd name="connsiteY6" fmla="*/ 0 h 12192002"/>
              <a:gd name="connsiteX7" fmla="*/ 5566229 w 6858000"/>
              <a:gd name="connsiteY7" fmla="*/ 2026831 h 12192002"/>
              <a:gd name="connsiteX8" fmla="*/ 5566229 w 6858000"/>
              <a:gd name="connsiteY8" fmla="*/ 2575538 h 12192002"/>
              <a:gd name="connsiteX9" fmla="*/ 6858000 w 6858000"/>
              <a:gd name="connsiteY9" fmla="*/ 3871657 h 12192002"/>
              <a:gd name="connsiteX10" fmla="*/ 5566229 w 6858000"/>
              <a:gd name="connsiteY10" fmla="*/ 3871657 h 12192002"/>
              <a:gd name="connsiteX11" fmla="*/ 5566229 w 6858000"/>
              <a:gd name="connsiteY11" fmla="*/ 3871658 h 12192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858000" h="12192002">
                <a:moveTo>
                  <a:pt x="6858000" y="3871658"/>
                </a:moveTo>
                <a:lnTo>
                  <a:pt x="6858000" y="12192002"/>
                </a:lnTo>
                <a:lnTo>
                  <a:pt x="5363029" y="12192002"/>
                </a:lnTo>
                <a:lnTo>
                  <a:pt x="5363029" y="12192000"/>
                </a:lnTo>
                <a:lnTo>
                  <a:pt x="0" y="12192000"/>
                </a:lnTo>
                <a:lnTo>
                  <a:pt x="0" y="0"/>
                </a:lnTo>
                <a:lnTo>
                  <a:pt x="3539398" y="0"/>
                </a:lnTo>
                <a:lnTo>
                  <a:pt x="5566229" y="2026831"/>
                </a:lnTo>
                <a:lnTo>
                  <a:pt x="5566229" y="2575538"/>
                </a:lnTo>
                <a:lnTo>
                  <a:pt x="6858000" y="3871657"/>
                </a:lnTo>
                <a:lnTo>
                  <a:pt x="5566229" y="3871657"/>
                </a:lnTo>
                <a:lnTo>
                  <a:pt x="5566229" y="3871658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E597736-C478-4C26-9BAF-205FE31E977C}"/>
              </a:ext>
            </a:extLst>
          </p:cNvPr>
          <p:cNvSpPr>
            <a:spLocks noGrp="1"/>
          </p:cNvSpPr>
          <p:nvPr userDrawn="1">
            <p:ph type="ctrTitle" hasCustomPrompt="1"/>
          </p:nvPr>
        </p:nvSpPr>
        <p:spPr>
          <a:xfrm>
            <a:off x="6360242" y="3429000"/>
            <a:ext cx="4945598" cy="1243584"/>
          </a:xfrm>
        </p:spPr>
        <p:txBody>
          <a:bodyPr vert="horz" lIns="91440" tIns="45720" rIns="91440" bIns="45720" rtlCol="0" anchor="ctr">
            <a:noAutofit/>
          </a:bodyPr>
          <a:lstStyle>
            <a:lvl1pPr>
              <a:defRPr lang="en-GB" sz="5400" b="1" dirty="0">
                <a:solidFill>
                  <a:schemeClr val="bg1"/>
                </a:solidFill>
                <a:latin typeface="+mj-lt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 noProof="0"/>
              <a:t>Thank You</a:t>
            </a:r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C024DCDB-C6BF-455E-AAB8-EAF9DAB302A1}"/>
              </a:ext>
            </a:extLst>
          </p:cNvPr>
          <p:cNvSpPr/>
          <p:nvPr userDrawn="1"/>
        </p:nvSpPr>
        <p:spPr>
          <a:xfrm rot="13500000">
            <a:off x="-729899" y="-1215856"/>
            <a:ext cx="6043521" cy="8427077"/>
          </a:xfrm>
          <a:custGeom>
            <a:avLst/>
            <a:gdLst>
              <a:gd name="connsiteX0" fmla="*/ 6043521 w 6043521"/>
              <a:gd name="connsiteY0" fmla="*/ 4267535 h 8427077"/>
              <a:gd name="connsiteX1" fmla="*/ 1883979 w 6043521"/>
              <a:gd name="connsiteY1" fmla="*/ 8427077 h 8427077"/>
              <a:gd name="connsiteX2" fmla="*/ 0 w 6043521"/>
              <a:gd name="connsiteY2" fmla="*/ 8427077 h 8427077"/>
              <a:gd name="connsiteX3" fmla="*/ 0 w 6043521"/>
              <a:gd name="connsiteY3" fmla="*/ 1775986 h 8427077"/>
              <a:gd name="connsiteX4" fmla="*/ 1775985 w 6043521"/>
              <a:gd name="connsiteY4" fmla="*/ 0 h 84270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43521" h="8427077">
                <a:moveTo>
                  <a:pt x="6043521" y="4267535"/>
                </a:moveTo>
                <a:lnTo>
                  <a:pt x="1883979" y="8427077"/>
                </a:lnTo>
                <a:lnTo>
                  <a:pt x="0" y="8427077"/>
                </a:lnTo>
                <a:lnTo>
                  <a:pt x="0" y="1775986"/>
                </a:lnTo>
                <a:lnTo>
                  <a:pt x="1775985" y="0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32" name="Freeform: Shape 31">
            <a:extLst>
              <a:ext uri="{FF2B5EF4-FFF2-40B4-BE49-F238E27FC236}">
                <a16:creationId xmlns:a16="http://schemas.microsoft.com/office/drawing/2014/main" id="{26AFB47A-5D51-4F9C-B01B-977CE5E3C093}"/>
              </a:ext>
            </a:extLst>
          </p:cNvPr>
          <p:cNvSpPr/>
          <p:nvPr userDrawn="1"/>
        </p:nvSpPr>
        <p:spPr>
          <a:xfrm rot="13500000">
            <a:off x="-1145231" y="-2123853"/>
            <a:ext cx="6043521" cy="9008880"/>
          </a:xfrm>
          <a:custGeom>
            <a:avLst/>
            <a:gdLst>
              <a:gd name="connsiteX0" fmla="*/ 6043521 w 6043521"/>
              <a:gd name="connsiteY0" fmla="*/ 4849338 h 9008880"/>
              <a:gd name="connsiteX1" fmla="*/ 1883979 w 6043521"/>
              <a:gd name="connsiteY1" fmla="*/ 9008880 h 9008880"/>
              <a:gd name="connsiteX2" fmla="*/ 0 w 6043521"/>
              <a:gd name="connsiteY2" fmla="*/ 9008880 h 9008880"/>
              <a:gd name="connsiteX3" fmla="*/ 0 w 6043521"/>
              <a:gd name="connsiteY3" fmla="*/ 1194182 h 9008880"/>
              <a:gd name="connsiteX4" fmla="*/ 1194182 w 6043521"/>
              <a:gd name="connsiteY4" fmla="*/ 0 h 90088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43521" h="9008880">
                <a:moveTo>
                  <a:pt x="6043521" y="4849338"/>
                </a:moveTo>
                <a:lnTo>
                  <a:pt x="1883979" y="9008880"/>
                </a:lnTo>
                <a:lnTo>
                  <a:pt x="0" y="9008880"/>
                </a:lnTo>
                <a:lnTo>
                  <a:pt x="0" y="1194182"/>
                </a:lnTo>
                <a:lnTo>
                  <a:pt x="1194182" y="0"/>
                </a:lnTo>
                <a:close/>
              </a:path>
            </a:pathLst>
          </a:custGeom>
          <a:pattFill prst="wdDnDiag">
            <a:fgClr>
              <a:schemeClr val="accent1">
                <a:lumMod val="60000"/>
                <a:lumOff val="40000"/>
              </a:schemeClr>
            </a:fgClr>
            <a:bgClr>
              <a:schemeClr val="accent2">
                <a:lumMod val="50000"/>
              </a:schemeClr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6997A4FF-7390-4173-8ACD-6CF7145AACEC}"/>
              </a:ext>
            </a:extLst>
          </p:cNvPr>
          <p:cNvSpPr/>
          <p:nvPr userDrawn="1"/>
        </p:nvSpPr>
        <p:spPr>
          <a:xfrm rot="18900000" flipH="1">
            <a:off x="-2681153" y="-465959"/>
            <a:ext cx="8639119" cy="5739762"/>
          </a:xfrm>
          <a:custGeom>
            <a:avLst/>
            <a:gdLst>
              <a:gd name="connsiteX0" fmla="*/ 3789781 w 8639119"/>
              <a:gd name="connsiteY0" fmla="*/ 0 h 5739762"/>
              <a:gd name="connsiteX1" fmla="*/ 0 w 8639119"/>
              <a:gd name="connsiteY1" fmla="*/ 3789782 h 5739762"/>
              <a:gd name="connsiteX2" fmla="*/ 0 w 8639119"/>
              <a:gd name="connsiteY2" fmla="*/ 5739761 h 5739762"/>
              <a:gd name="connsiteX3" fmla="*/ 7748695 w 8639119"/>
              <a:gd name="connsiteY3" fmla="*/ 5739762 h 5739762"/>
              <a:gd name="connsiteX4" fmla="*/ 8639119 w 8639119"/>
              <a:gd name="connsiteY4" fmla="*/ 4849338 h 57397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639119" h="5739762">
                <a:moveTo>
                  <a:pt x="3789781" y="0"/>
                </a:moveTo>
                <a:lnTo>
                  <a:pt x="0" y="3789782"/>
                </a:lnTo>
                <a:lnTo>
                  <a:pt x="0" y="5739761"/>
                </a:lnTo>
                <a:lnTo>
                  <a:pt x="7748695" y="5739762"/>
                </a:lnTo>
                <a:lnTo>
                  <a:pt x="8639119" y="4849338"/>
                </a:lnTo>
                <a:close/>
              </a:path>
            </a:pathLst>
          </a:custGeom>
          <a:solidFill>
            <a:schemeClr val="accent1">
              <a:lumMod val="50000"/>
              <a:alpha val="51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2185180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61B0E15-6FC5-434E-8780-B186D9DB0C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8204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C7B128-34F3-405C-B601-8BAFDB4349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8204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5A7754-E8C7-438B-922D-9027C6CF58E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12500" y="6356350"/>
            <a:ext cx="660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263D6C4-4840-40CC-AC84-17E24B3B7BDE}" type="slidenum">
              <a:rPr lang="en-US" noProof="0" smtClean="0"/>
              <a:t>‹#›</a:t>
            </a:fld>
            <a:endParaRPr lang="en-US" noProof="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CDDDB7D-9189-9548-A2B9-81DC62C3C1A3}"/>
              </a:ext>
            </a:extLst>
          </p:cNvPr>
          <p:cNvSpPr/>
          <p:nvPr userDrawn="1"/>
        </p:nvSpPr>
        <p:spPr>
          <a:xfrm>
            <a:off x="0" y="1"/>
            <a:ext cx="12192000" cy="685799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7" name="Freeform: Shape 9">
            <a:extLst>
              <a:ext uri="{FF2B5EF4-FFF2-40B4-BE49-F238E27FC236}">
                <a16:creationId xmlns:a16="http://schemas.microsoft.com/office/drawing/2014/main" id="{096D8877-6B4A-4540-8927-767DD7401718}"/>
              </a:ext>
            </a:extLst>
          </p:cNvPr>
          <p:cNvSpPr/>
          <p:nvPr userDrawn="1"/>
        </p:nvSpPr>
        <p:spPr>
          <a:xfrm>
            <a:off x="0" y="1"/>
            <a:ext cx="12192001" cy="6857999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8" name="Freeform: Shape 17">
            <a:extLst>
              <a:ext uri="{FF2B5EF4-FFF2-40B4-BE49-F238E27FC236}">
                <a16:creationId xmlns:a16="http://schemas.microsoft.com/office/drawing/2014/main" id="{5AF2E123-FE0F-8541-8E36-5030C450AA7E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9" name="Freeform: Shape 11">
            <a:extLst>
              <a:ext uri="{FF2B5EF4-FFF2-40B4-BE49-F238E27FC236}">
                <a16:creationId xmlns:a16="http://schemas.microsoft.com/office/drawing/2014/main" id="{E5519D99-3B68-924A-9CD0-14B911711CA8}"/>
              </a:ext>
            </a:extLst>
          </p:cNvPr>
          <p:cNvSpPr/>
          <p:nvPr userDrawn="1"/>
        </p:nvSpPr>
        <p:spPr>
          <a:xfrm rot="16200000" flipV="1">
            <a:off x="2664629" y="-2669372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7">
            <a:extLst>
              <a:ext uri="{FF2B5EF4-FFF2-40B4-BE49-F238E27FC236}">
                <a16:creationId xmlns:a16="http://schemas.microsoft.com/office/drawing/2014/main" id="{A09E21A9-FBEF-144C-A152-FE484F3C55C1}"/>
              </a:ext>
            </a:extLst>
          </p:cNvPr>
          <p:cNvSpPr/>
          <p:nvPr userDrawn="1"/>
        </p:nvSpPr>
        <p:spPr>
          <a:xfrm rot="16200000" flipV="1">
            <a:off x="2664629" y="-2669372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70C7F2CB-A8CE-1545-A08D-93592C4BAEEA}"/>
              </a:ext>
            </a:extLst>
          </p:cNvPr>
          <p:cNvSpPr txBox="1">
            <a:spLocks/>
          </p:cNvSpPr>
          <p:nvPr userDrawn="1"/>
        </p:nvSpPr>
        <p:spPr>
          <a:xfrm>
            <a:off x="444500" y="542925"/>
            <a:ext cx="11214100" cy="535531"/>
          </a:xfrm>
          <a:prstGeom prst="rect">
            <a:avLst/>
          </a:prstGeom>
        </p:spPr>
        <p:txBody>
          <a:bodyPr vert="horz" wrap="square" lIns="91440" tIns="45720" rIns="91440" bIns="4572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GB" sz="3200" b="1" kern="1200" spc="-70" baseline="0" dirty="0">
                <a:solidFill>
                  <a:schemeClr val="bg1"/>
                </a:solidFill>
                <a:latin typeface="Trebuchet MS" panose="020B0603020202020204" pitchFamily="34" charset="0"/>
                <a:ea typeface="+mj-ea"/>
                <a:cs typeface="+mj-cs"/>
              </a:defRPr>
            </a:lvl1pPr>
          </a:lstStyle>
          <a:p>
            <a:r>
              <a:rPr lang="en-US" noProof="0" dirty="0">
                <a:latin typeface="+mj-lt"/>
              </a:rPr>
              <a:t>Click to edit Master title style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7068FCE4-1B47-3C4B-B091-013120A97D09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3" name="Freeform: Shape 15">
              <a:extLst>
                <a:ext uri="{FF2B5EF4-FFF2-40B4-BE49-F238E27FC236}">
                  <a16:creationId xmlns:a16="http://schemas.microsoft.com/office/drawing/2014/main" id="{FEC3FDE7-F27E-5E4E-8752-287CAB7792D4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4" name="Freeform: Shape 16">
              <a:extLst>
                <a:ext uri="{FF2B5EF4-FFF2-40B4-BE49-F238E27FC236}">
                  <a16:creationId xmlns:a16="http://schemas.microsoft.com/office/drawing/2014/main" id="{81C902DB-0D21-5044-82B6-9E7A70A1BF62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BE1E08A0-195D-694F-947B-986A76FBB93E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6" name="Rectangle: Single Corner Snipped 18">
              <a:extLst>
                <a:ext uri="{FF2B5EF4-FFF2-40B4-BE49-F238E27FC236}">
                  <a16:creationId xmlns:a16="http://schemas.microsoft.com/office/drawing/2014/main" id="{ED5DFFCD-1EE3-E64E-B51F-BD7D72413E0B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chemeClr val="accent5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noProof="0" dirty="0"/>
            </a:p>
          </p:txBody>
        </p:sp>
        <p:sp>
          <p:nvSpPr>
            <p:cNvPr id="17" name="Rectangle: Single Corner Snipped 2">
              <a:extLst>
                <a:ext uri="{FF2B5EF4-FFF2-40B4-BE49-F238E27FC236}">
                  <a16:creationId xmlns:a16="http://schemas.microsoft.com/office/drawing/2014/main" id="{C12DB3CA-8E64-AA43-BFBE-A2CA9A816DBE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18" name="Freeform: Shape 23">
            <a:extLst>
              <a:ext uri="{FF2B5EF4-FFF2-40B4-BE49-F238E27FC236}">
                <a16:creationId xmlns:a16="http://schemas.microsoft.com/office/drawing/2014/main" id="{A587DEFD-D470-4142-8E0D-A71DDB147C92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9" name="Slide Number Placeholder 4">
            <a:extLst>
              <a:ext uri="{FF2B5EF4-FFF2-40B4-BE49-F238E27FC236}">
                <a16:creationId xmlns:a16="http://schemas.microsoft.com/office/drawing/2014/main" id="{7D9BF857-7910-734D-A217-5E3344220AA2}"/>
              </a:ext>
            </a:extLst>
          </p:cNvPr>
          <p:cNvSpPr txBox="1">
            <a:spLocks/>
          </p:cNvSpPr>
          <p:nvPr userDrawn="1"/>
        </p:nvSpPr>
        <p:spPr>
          <a:xfrm>
            <a:off x="11252200" y="6315075"/>
            <a:ext cx="4064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000" kern="1200">
                <a:solidFill>
                  <a:schemeClr val="bg1"/>
                </a:solidFill>
                <a:latin typeface="Trade Gothic LT Pro" panose="020B0503040303020004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6660933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60" r:id="rId3"/>
    <p:sldLayoutId id="2147483666" r:id="rId4"/>
    <p:sldLayoutId id="2147483654" r:id="rId5"/>
    <p:sldLayoutId id="2147483661" r:id="rId6"/>
    <p:sldLayoutId id="2147483677" r:id="rId7"/>
    <p:sldLayoutId id="2147483674" r:id="rId8"/>
    <p:sldLayoutId id="2147483665" r:id="rId9"/>
    <p:sldLayoutId id="2147483673" r:id="rId10"/>
    <p:sldLayoutId id="2147483662" r:id="rId11"/>
    <p:sldLayoutId id="2147483663" r:id="rId12"/>
    <p:sldLayoutId id="2147483664" r:id="rId13"/>
    <p:sldLayoutId id="2147483675" r:id="rId14"/>
    <p:sldLayoutId id="2147483676" r:id="rId15"/>
    <p:sldLayoutId id="2147483672" r:id="rId16"/>
    <p:sldLayoutId id="2147483667" r:id="rId17"/>
    <p:sldLayoutId id="2147483668" r:id="rId18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pos="336" userDrawn="1">
          <p15:clr>
            <a:srgbClr val="F26B43"/>
          </p15:clr>
        </p15:guide>
        <p15:guide id="4" orient="horz" pos="336" userDrawn="1">
          <p15:clr>
            <a:srgbClr val="F26B43"/>
          </p15:clr>
        </p15:guide>
        <p15:guide id="5" pos="7344" userDrawn="1">
          <p15:clr>
            <a:srgbClr val="F26B43"/>
          </p15:clr>
        </p15:guide>
        <p15:guide id="6" orient="horz" pos="3984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2BE5BF-9922-45FB-8F3F-4446D40A051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20686" y="1689775"/>
            <a:ext cx="8150103" cy="1549254"/>
          </a:xfrm>
        </p:spPr>
        <p:txBody>
          <a:bodyPr/>
          <a:lstStyle/>
          <a:p>
            <a:r>
              <a:rPr lang="en-IN" sz="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GameScope</a:t>
            </a:r>
            <a:r>
              <a:rPr lang="en-IN" sz="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Video Game Sales Analytics Dashboard</a:t>
            </a:r>
            <a:endParaRPr lang="en-US" sz="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D537F64-4C96-4AA8-BB21-E8053A3186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757009" y="3618972"/>
            <a:ext cx="7077456" cy="685800"/>
          </a:xfrm>
        </p:spPr>
        <p:txBody>
          <a:bodyPr>
            <a:normAutofit lnSpcReduction="10000"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Power BI Data Analytics Project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B007686-8C73-9403-23B6-FAEDBEFAF989}"/>
              </a:ext>
            </a:extLst>
          </p:cNvPr>
          <p:cNvSpPr txBox="1"/>
          <p:nvPr/>
        </p:nvSpPr>
        <p:spPr>
          <a:xfrm>
            <a:off x="2220686" y="4444950"/>
            <a:ext cx="6165793" cy="11849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Presented By:</a:t>
            </a:r>
            <a:endParaRPr lang="en-IN" sz="2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7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PATAMATA PRANEEL</a:t>
            </a:r>
          </a:p>
          <a:p>
            <a:r>
              <a:rPr lang="en-IN" sz="17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ROLL NO: 23HP1A1247</a:t>
            </a:r>
            <a:r>
              <a:rPr lang="en-IN" sz="1700" dirty="0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en-IN" sz="1700" dirty="0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APSSDC DATA  ANALYTICS USING  POWERBI </a:t>
            </a:r>
            <a:r>
              <a:rPr lang="en-IN" sz="1700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endParaRPr lang="en-IN" sz="1700" dirty="0">
              <a:solidFill>
                <a:schemeClr val="bg1">
                  <a:lumMod val="9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46934594"/>
      </p:ext>
    </p:extLst>
  </p:cSld>
  <p:clrMapOvr>
    <a:masterClrMapping/>
  </p:clrMapOvr>
  <p:transition spd="slow">
    <p:wip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3BD8413-C238-49D7-A4E1-E8FEF1811A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482" y="758874"/>
            <a:ext cx="7781544" cy="859055"/>
          </a:xfrm>
        </p:spPr>
        <p:txBody>
          <a:bodyPr>
            <a:normAutofit/>
          </a:bodyPr>
          <a:lstStyle/>
          <a:p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Introduction: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A95F4DE-39B7-4CE2-BC1E-8B8AE662A8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4482" y="1828800"/>
            <a:ext cx="9881118" cy="4270326"/>
          </a:xfrm>
        </p:spPr>
        <p:txBody>
          <a:bodyPr>
            <a:normAutofit fontScale="32500" lnSpcReduction="20000"/>
          </a:bodyPr>
          <a:lstStyle/>
          <a:p>
            <a:r>
              <a:rPr lang="en-IN" sz="6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video game industry has become one of the world’s largest entertainment markets. Every year, thousands of games are released across multiple gaming platforms and regions.</a:t>
            </a:r>
          </a:p>
          <a:p>
            <a:r>
              <a:rPr lang="en-IN" sz="6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Analyzing</a:t>
            </a:r>
            <a:r>
              <a:rPr lang="en-IN" sz="6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video game sales data helps identify:</a:t>
            </a:r>
          </a:p>
          <a:p>
            <a:r>
              <a:rPr lang="en-IN" sz="6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*Popular gaming consoles. </a:t>
            </a:r>
          </a:p>
          <a:p>
            <a:endParaRPr lang="en-IN" sz="6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6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*Best-selling game genres. </a:t>
            </a:r>
          </a:p>
          <a:p>
            <a:endParaRPr lang="en-IN" sz="6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6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*Leading publishers. </a:t>
            </a:r>
          </a:p>
          <a:p>
            <a:endParaRPr lang="en-IN" sz="6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6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*Sales performance over time. 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B24BF10-2B55-43AB-9F77-F1A1410384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27943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D179B88-D43C-4A31-9A52-3498E94307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9882" y="715021"/>
            <a:ext cx="7781544" cy="611793"/>
          </a:xfrm>
        </p:spPr>
        <p:txBody>
          <a:bodyPr>
            <a:normAutofit/>
          </a:bodyPr>
          <a:lstStyle/>
          <a:p>
            <a:r>
              <a:rPr lang="en-IN" sz="3000" dirty="0"/>
              <a:t>Problem Statement:</a:t>
            </a:r>
            <a:endParaRPr lang="en-US" sz="300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CDDBE65-9AB1-4989-AF86-726591A6A1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9882" y="1573607"/>
            <a:ext cx="8788012" cy="3710785"/>
          </a:xfrm>
        </p:spPr>
        <p:txBody>
          <a:bodyPr>
            <a:normAutofit fontScale="25000" lnSpcReduction="20000"/>
          </a:bodyPr>
          <a:lstStyle/>
          <a:p>
            <a:r>
              <a:rPr lang="en-IN" sz="8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gaming industry generates massive amounts of sales data that are difficult to </a:t>
            </a:r>
            <a:r>
              <a:rPr lang="en-IN" sz="8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analyze</a:t>
            </a:r>
            <a:r>
              <a:rPr lang="en-IN" sz="8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manually.</a:t>
            </a:r>
          </a:p>
          <a:p>
            <a:r>
              <a:rPr lang="en-IN" sz="8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Businesses need an interactive dashboard to:</a:t>
            </a:r>
          </a:p>
          <a:p>
            <a:r>
              <a:rPr lang="en-IN" sz="8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*Monitor sales performance.</a:t>
            </a:r>
          </a:p>
          <a:p>
            <a:endParaRPr lang="en-IN" sz="8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8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*</a:t>
            </a:r>
            <a:r>
              <a:rPr lang="en-IN" sz="8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Analyze</a:t>
            </a:r>
            <a:r>
              <a:rPr lang="en-IN" sz="8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publisher performance.</a:t>
            </a:r>
          </a:p>
          <a:p>
            <a:endParaRPr lang="en-IN" sz="8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8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*Identify popular genres.</a:t>
            </a:r>
          </a:p>
          <a:p>
            <a:endParaRPr lang="en-IN" sz="8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8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*Track sales trends over time.</a:t>
            </a:r>
          </a:p>
          <a:p>
            <a:endParaRPr lang="en-IN" sz="22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B065C75-272B-4BB5-BA23-D80E8654D6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98287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7875C19A-1AAE-476A-A316-A2CF92D763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Objectives: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EF2BC084-E6DB-4DE7-B309-042A85EBA70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4500" y="1382378"/>
            <a:ext cx="6718300" cy="4093243"/>
          </a:xfrm>
        </p:spPr>
        <p:txBody>
          <a:bodyPr/>
          <a:lstStyle/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global video game sales.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Compare regional sales (NA, EU/PAL, JP, Other).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Identify top-selling publishers.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Study console popularity.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genre-wise sales.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Observe sales trends by release year. 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Build an interactive dashboard for easy analysis.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E9800F6-D571-48C4-8466-12AA1ADB65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34860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15E3981-F0D7-482C-A8E0-6A57700BEC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Dataset: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20FC4EE-F318-4344-9E3C-B950ADB638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00A9570-5EF6-4AFB-9FCA-7C8998E3FEB1}"/>
              </a:ext>
            </a:extLst>
          </p:cNvPr>
          <p:cNvSpPr>
            <a:spLocks noGrp="1"/>
          </p:cNvSpPr>
          <p:nvPr>
            <p:ph type="body" sz="quarter" idx="4"/>
          </p:nvPr>
        </p:nvSpPr>
        <p:spPr>
          <a:xfrm>
            <a:off x="214604" y="1334277"/>
            <a:ext cx="11443996" cy="4381702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Kaggle (Video Game Sales Dataset)</a:t>
            </a:r>
          </a:p>
          <a:p>
            <a:pPr marL="0" indent="0">
              <a:buNone/>
            </a:pPr>
            <a:r>
              <a:rPr lang="en-IN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Contains:</a:t>
            </a:r>
            <a:endParaRPr lang="en-IN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Game Title </a:t>
            </a:r>
          </a:p>
          <a:p>
            <a:pPr lvl="1"/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Platform / Console </a:t>
            </a:r>
          </a:p>
          <a:p>
            <a:pPr lvl="1"/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Publisher </a:t>
            </a:r>
          </a:p>
          <a:p>
            <a:pPr lvl="1"/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Developer </a:t>
            </a:r>
          </a:p>
          <a:p>
            <a:pPr lvl="1"/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Genre </a:t>
            </a:r>
          </a:p>
          <a:p>
            <a:pPr lvl="1"/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Release Year </a:t>
            </a:r>
          </a:p>
          <a:p>
            <a:pPr lvl="1"/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Critic Score </a:t>
            </a:r>
          </a:p>
          <a:p>
            <a:pPr lvl="1"/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Sales </a:t>
            </a:r>
          </a:p>
          <a:p>
            <a:pPr lvl="1"/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North America Sales </a:t>
            </a:r>
          </a:p>
          <a:p>
            <a:pPr lvl="1"/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Japan Sales </a:t>
            </a:r>
          </a:p>
          <a:p>
            <a:pPr lvl="1"/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PAL (Europe) Sales </a:t>
            </a:r>
          </a:p>
          <a:p>
            <a:pPr lvl="1"/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Other Region Sales </a:t>
            </a:r>
          </a:p>
          <a:p>
            <a:pPr marL="0" indent="0">
              <a:buNone/>
            </a:pPr>
            <a:r>
              <a:rPr lang="en-IN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Period:</a:t>
            </a:r>
          </a:p>
          <a:p>
            <a:pPr marL="0" indent="0">
              <a:buNone/>
            </a:pPr>
            <a:r>
              <a:rPr lang="en-IN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(1971–2024)</a:t>
            </a:r>
            <a:endParaRPr lang="en-IN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72757D4F-D9CB-7FC6-50EF-1B01BCE2AA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29608" y="1346662"/>
            <a:ext cx="8448869" cy="43693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72704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15E3981-F0D7-482C-A8E0-6A57700BEC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Methodology: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C1F11E7-EDE5-4119-BA64-4FC57C285D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2C615E9D-67A0-2E9B-113B-9290DADAB68F}"/>
              </a:ext>
            </a:extLst>
          </p:cNvPr>
          <p:cNvSpPr txBox="1"/>
          <p:nvPr/>
        </p:nvSpPr>
        <p:spPr>
          <a:xfrm>
            <a:off x="438537" y="2558047"/>
            <a:ext cx="245732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bg1"/>
                </a:solidFill>
              </a:rPr>
              <a:t>Step 1 :</a:t>
            </a:r>
          </a:p>
          <a:p>
            <a:r>
              <a:rPr lang="en-IN" dirty="0">
                <a:solidFill>
                  <a:schemeClr val="bg1"/>
                </a:solidFill>
              </a:rPr>
              <a:t>Collected dataset from Kaggle</a:t>
            </a:r>
          </a:p>
          <a:p>
            <a:endParaRPr lang="en-IN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A301BC73-8D66-43D8-2BC1-5A753245B75F}"/>
              </a:ext>
            </a:extLst>
          </p:cNvPr>
          <p:cNvSpPr txBox="1"/>
          <p:nvPr/>
        </p:nvSpPr>
        <p:spPr>
          <a:xfrm>
            <a:off x="2786871" y="2558047"/>
            <a:ext cx="224867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bg1"/>
                </a:solidFill>
              </a:rPr>
              <a:t>Step 2 :</a:t>
            </a:r>
          </a:p>
          <a:p>
            <a:r>
              <a:rPr lang="en-IN" dirty="0">
                <a:solidFill>
                  <a:schemeClr val="bg1"/>
                </a:solidFill>
              </a:rPr>
              <a:t>Imported data into Power BI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DC36288C-D72C-B84D-A228-4CCCA018B08E}"/>
              </a:ext>
            </a:extLst>
          </p:cNvPr>
          <p:cNvSpPr txBox="1"/>
          <p:nvPr/>
        </p:nvSpPr>
        <p:spPr>
          <a:xfrm>
            <a:off x="4926564" y="2558047"/>
            <a:ext cx="245731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bg1"/>
                </a:solidFill>
              </a:rPr>
              <a:t>Step 3 :</a:t>
            </a:r>
          </a:p>
          <a:p>
            <a:r>
              <a:rPr lang="en-IN" dirty="0">
                <a:solidFill>
                  <a:schemeClr val="bg1"/>
                </a:solidFill>
              </a:rPr>
              <a:t>Cleaned and</a:t>
            </a:r>
          </a:p>
          <a:p>
            <a:r>
              <a:rPr lang="en-IN" dirty="0">
                <a:solidFill>
                  <a:schemeClr val="bg1"/>
                </a:solidFill>
              </a:rPr>
              <a:t>transformed data</a:t>
            </a:r>
            <a:endParaRPr lang="en-IN" b="1" dirty="0">
              <a:solidFill>
                <a:schemeClr val="bg1"/>
              </a:solidFill>
            </a:endParaRPr>
          </a:p>
          <a:p>
            <a:endParaRPr lang="en-IN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92E0780E-7566-8809-80CA-5AC193BDBF83}"/>
              </a:ext>
            </a:extLst>
          </p:cNvPr>
          <p:cNvSpPr txBox="1"/>
          <p:nvPr/>
        </p:nvSpPr>
        <p:spPr>
          <a:xfrm>
            <a:off x="7492481" y="2419547"/>
            <a:ext cx="224867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bg1"/>
                </a:solidFill>
              </a:rPr>
              <a:t>Step 4 :</a:t>
            </a:r>
          </a:p>
          <a:p>
            <a:r>
              <a:rPr lang="en-IN" dirty="0">
                <a:solidFill>
                  <a:schemeClr val="bg1"/>
                </a:solidFill>
              </a:rPr>
              <a:t>Designed interactive dashboards</a:t>
            </a:r>
          </a:p>
          <a:p>
            <a:endParaRPr lang="en-IN" dirty="0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39008B70-D0E4-B66F-D3E8-34674C05B9BF}"/>
              </a:ext>
            </a:extLst>
          </p:cNvPr>
          <p:cNvSpPr txBox="1"/>
          <p:nvPr/>
        </p:nvSpPr>
        <p:spPr>
          <a:xfrm>
            <a:off x="9629192" y="2668555"/>
            <a:ext cx="224867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bg1"/>
                </a:solidFill>
              </a:rPr>
              <a:t>Step 5 :</a:t>
            </a:r>
          </a:p>
          <a:p>
            <a:r>
              <a:rPr lang="en-IN" dirty="0">
                <a:solidFill>
                  <a:schemeClr val="bg1"/>
                </a:solidFill>
              </a:rPr>
              <a:t>Generated business insights</a:t>
            </a:r>
          </a:p>
        </p:txBody>
      </p:sp>
    </p:spTree>
    <p:extLst>
      <p:ext uri="{BB962C8B-B14F-4D97-AF65-F5344CB8AC3E}">
        <p14:creationId xmlns:p14="http://schemas.microsoft.com/office/powerpoint/2010/main" val="38921314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15E3981-F0D7-482C-A8E0-6A57700BEC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Dashboard Overview: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F478C69-0A1D-45FF-8600-ED903803FF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/>
              <a:pPr/>
              <a:t>7</a:t>
            </a:fld>
            <a:endParaRPr lang="en-US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3C405CB1-135E-5718-C5FF-54C83A759E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0520" y="1371500"/>
            <a:ext cx="2521848" cy="2248778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3A90C184-2E05-007C-B68F-E21399D83D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70588" y="1371500"/>
            <a:ext cx="3934028" cy="2733969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7F41B709-E094-4861-28B5-DE95E870E4D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24464" y="3429000"/>
            <a:ext cx="3934028" cy="2749603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B28CCA86-43CD-7A0A-859C-F5E03556AC8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20128" y="1339249"/>
            <a:ext cx="2521848" cy="18289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11877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15E3981-F0D7-482C-A8E0-6A57700BEC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Conclusion: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AC2D367-2A6E-41FE-A9EA-24FF17BCAA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2DC4D5C-D8FB-1570-F1AF-2D67F4070558}"/>
              </a:ext>
            </a:extLst>
          </p:cNvPr>
          <p:cNvSpPr txBox="1"/>
          <p:nvPr/>
        </p:nvSpPr>
        <p:spPr>
          <a:xfrm>
            <a:off x="560485" y="1366165"/>
            <a:ext cx="1098213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IN" sz="22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GameScope</a:t>
            </a:r>
            <a:r>
              <a:rPr lang="en-IN" sz="2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dashboard successfully converts raw video game sales data into meaningful business </a:t>
            </a:r>
            <a:r>
              <a:rPr lang="en-IN" sz="22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insights.Power</a:t>
            </a:r>
            <a:r>
              <a:rPr lang="en-IN" sz="2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BI provides interactive visualizations that make sales analysis simple and </a:t>
            </a:r>
            <a:r>
              <a:rPr lang="en-IN" sz="22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effective.The</a:t>
            </a:r>
            <a:r>
              <a:rPr lang="en-IN" sz="2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dashboard helps users understand:</a:t>
            </a:r>
          </a:p>
          <a:p>
            <a:endParaRPr lang="en-IN" sz="22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*Publisher performance </a:t>
            </a:r>
          </a:p>
          <a:p>
            <a:endParaRPr lang="en-IN" sz="22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*Console popularity </a:t>
            </a:r>
          </a:p>
          <a:p>
            <a:endParaRPr lang="en-IN" sz="22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*Regional sales distribution etc….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631033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2BE5BF-9922-45FB-8F3F-4446D40A051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23201" y="2807208"/>
            <a:ext cx="4945598" cy="1243584"/>
          </a:xfrm>
        </p:spPr>
        <p:txBody>
          <a:bodyPr/>
          <a:lstStyle/>
          <a:p>
            <a:pPr algn="ctr"/>
            <a:r>
              <a:rPr lang="en-IN" dirty="0"/>
              <a:t>Thank You!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9771863"/>
      </p:ext>
    </p:extLst>
  </p:cSld>
  <p:clrMapOvr>
    <a:masterClrMapping/>
  </p:clrMapOvr>
  <p:transition spd="slow">
    <p:wipe/>
  </p:transition>
</p:sld>
</file>

<file path=ppt/theme/theme1.xml><?xml version="1.0" encoding="utf-8"?>
<a:theme xmlns:a="http://schemas.openxmlformats.org/drawingml/2006/main" name="Office Theme">
  <a:themeElements>
    <a:clrScheme name="Custom 12">
      <a:dk1>
        <a:srgbClr val="000000"/>
      </a:dk1>
      <a:lt1>
        <a:srgbClr val="FFFFFF"/>
      </a:lt1>
      <a:dk2>
        <a:srgbClr val="6D6E71"/>
      </a:dk2>
      <a:lt2>
        <a:srgbClr val="58595B"/>
      </a:lt2>
      <a:accent1>
        <a:srgbClr val="0065A4"/>
      </a:accent1>
      <a:accent2>
        <a:srgbClr val="47C3D3"/>
      </a:accent2>
      <a:accent3>
        <a:srgbClr val="8F2D63"/>
      </a:accent3>
      <a:accent4>
        <a:srgbClr val="1A6871"/>
      </a:accent4>
      <a:accent5>
        <a:srgbClr val="0C4360"/>
      </a:accent5>
      <a:accent6>
        <a:srgbClr val="F47735"/>
      </a:accent6>
      <a:hlink>
        <a:srgbClr val="00559A"/>
      </a:hlink>
      <a:folHlink>
        <a:srgbClr val="595851"/>
      </a:folHlink>
    </a:clrScheme>
    <a:fontScheme name="Custom 3">
      <a:majorFont>
        <a:latin typeface="Trebuchet MS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F66687569_Modern blue presentation_AAS_v5" id="{C7B59113-CD15-4341-96CA-86E715D5BE98}" vid="{5A8FDAEB-3DF3-4B3C-A708-49813F8D6F8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1" ma:contentTypeDescription="Create a new document." ma:contentTypeScope="" ma:versionID="96291512c1ee715ab617f4c07df79fc1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8256c27c40ca5c40ce1cf6c44f0205df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F5757914-1161-4661-9696-421FD6935CDD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2.xml><?xml version="1.0" encoding="utf-8"?>
<ds:datastoreItem xmlns:ds="http://schemas.openxmlformats.org/officeDocument/2006/customXml" ds:itemID="{5B26E0C9-B2AA-42E6-97B6-E1B7D9EAF129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C103400-4A22-4E35-B588-4C4D4263895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Modern blue presentation</Template>
  <TotalTime>65</TotalTime>
  <Words>350</Words>
  <Application>Microsoft Office PowerPoint</Application>
  <PresentationFormat>Widescreen</PresentationFormat>
  <Paragraphs>81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Arial</vt:lpstr>
      <vt:lpstr>Calibri</vt:lpstr>
      <vt:lpstr>Times New Roman</vt:lpstr>
      <vt:lpstr>Trade Gothic LT Pro</vt:lpstr>
      <vt:lpstr>Trebuchet MS</vt:lpstr>
      <vt:lpstr>Office Theme</vt:lpstr>
      <vt:lpstr>GameScope Video Game Sales Analytics Dashboard</vt:lpstr>
      <vt:lpstr>Introduction:</vt:lpstr>
      <vt:lpstr>Problem Statement:</vt:lpstr>
      <vt:lpstr>Objectives:</vt:lpstr>
      <vt:lpstr>Dataset:</vt:lpstr>
      <vt:lpstr>Methodology:</vt:lpstr>
      <vt:lpstr>Dashboard Overview:</vt:lpstr>
      <vt:lpstr>Conclusion:</vt:lpstr>
      <vt:lpstr>Thank You!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Patamata Rajesh Babu</dc:creator>
  <cp:lastModifiedBy>Patamata Rajesh Babu</cp:lastModifiedBy>
  <cp:revision>21</cp:revision>
  <dcterms:created xsi:type="dcterms:W3CDTF">2026-06-30T18:55:36Z</dcterms:created>
  <dcterms:modified xsi:type="dcterms:W3CDTF">2026-07-04T14:43:43Z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